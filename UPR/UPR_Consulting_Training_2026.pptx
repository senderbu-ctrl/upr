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950" r:id="rId1"/>
    <p:sldMasterId id="2147483951" r:id="rId2"/>
  </p:sldMasterIdLst>
  <p:notesMasterIdLst>
    <p:notesMasterId r:id="rId22"/>
  </p:notesMasterIdLst>
  <p:sldIdLst>
    <p:sldId id="393" r:id="rId3"/>
    <p:sldId id="260" r:id="rId4"/>
    <p:sldId id="405" r:id="rId5"/>
    <p:sldId id="276" r:id="rId6"/>
    <p:sldId id="281" r:id="rId7"/>
    <p:sldId id="404" r:id="rId8"/>
    <p:sldId id="394" r:id="rId9"/>
    <p:sldId id="381" r:id="rId10"/>
    <p:sldId id="382" r:id="rId11"/>
    <p:sldId id="289" r:id="rId12"/>
    <p:sldId id="290" r:id="rId13"/>
    <p:sldId id="402" r:id="rId14"/>
    <p:sldId id="413" r:id="rId15"/>
    <p:sldId id="397" r:id="rId16"/>
    <p:sldId id="407" r:id="rId17"/>
    <p:sldId id="395" r:id="rId18"/>
    <p:sldId id="266" r:id="rId19"/>
    <p:sldId id="398" r:id="rId20"/>
    <p:sldId id="392" r:id="rId21"/>
  </p:sldIdLst>
  <p:sldSz cx="9144000" cy="5143500" type="screen16x9"/>
  <p:notesSz cx="6858000" cy="9144000"/>
  <p:embeddedFontLst>
    <p:embeddedFont>
      <p:font typeface="Barlow Condensed" panose="00000506000000000000" pitchFamily="2" charset="0"/>
      <p:regular r:id="rId23"/>
      <p:bold r:id="rId24"/>
      <p:italic r:id="rId25"/>
      <p:boldItalic r:id="rId26"/>
    </p:embeddedFont>
    <p:embeddedFont>
      <p:font typeface="Barlow Condensed Bold" panose="00000806000000000000" charset="0"/>
      <p:bold r:id="rId27"/>
    </p:embeddedFont>
    <p:embeddedFont>
      <p:font typeface="IBM Plex Sans" panose="020B0503050203000203" pitchFamily="34" charset="0"/>
      <p:regular r:id="rId28"/>
      <p:bold r:id="rId29"/>
      <p:italic r:id="rId30"/>
      <p:boldItalic r:id="rId31"/>
    </p:embeddedFont>
    <p:embeddedFont>
      <p:font typeface="IBM Plex Sans SemiBold" panose="020B0703050203000203" pitchFamily="34" charset="0"/>
      <p:regular r:id="rId32"/>
      <p:bold r:id="rId33"/>
      <p:italic r:id="rId34"/>
      <p:boldItalic r:id="rId35"/>
    </p:embeddedFont>
    <p:embeddedFont>
      <p:font typeface="Montserrat Bold" panose="020B0604020202020204" charset="0"/>
      <p:bold r:id="rId36"/>
    </p:embeddedFont>
    <p:embeddedFont>
      <p:font typeface="Overpass" panose="020B0604020202020204" charset="0"/>
      <p:regular r:id="rId37"/>
      <p:bold r:id="rId38"/>
      <p:italic r:id="rId39"/>
      <p:boldItalic r:id="rId40"/>
    </p:embeddedFont>
    <p:embeddedFont>
      <p:font typeface="Overpass Light" panose="020B0604020202020204" charset="0"/>
      <p:regular r:id="rId41"/>
      <p:bold r:id="rId42"/>
      <p:italic r:id="rId43"/>
      <p:boldItalic r:id="rId44"/>
    </p:embeddedFont>
    <p:embeddedFont>
      <p:font typeface="Overpass SemiBold" panose="020B0604020202020204" charset="0"/>
      <p:regular r:id="rId45"/>
      <p:bold r:id="rId46"/>
      <p:italic r:id="rId47"/>
      <p:boldItalic r:id="rId48"/>
    </p:embeddedFont>
    <p:embeddedFont>
      <p:font typeface="Proxima Nova" panose="020B0604020202020204" charset="0"/>
      <p:regular r:id="rId49"/>
      <p:bold r:id="rId50"/>
      <p:italic r:id="rId51"/>
      <p:boldItalic r:id="rId52"/>
    </p:embeddedFont>
    <p:embeddedFont>
      <p:font typeface="Red Hat Display" panose="020B0604020202020204" charset="0"/>
      <p:regular r:id="rId53"/>
      <p:bold r:id="rId54"/>
      <p:italic r:id="rId55"/>
      <p:boldItalic r:id="rId56"/>
    </p:embeddedFont>
    <p:embeddedFont>
      <p:font typeface="Red Hat Display Medium" panose="020B0604020202020204" charset="0"/>
      <p:regular r:id="rId57"/>
      <p:bold r:id="rId58"/>
      <p:italic r:id="rId59"/>
      <p:boldItalic r:id="rId60"/>
    </p:embeddedFont>
    <p:embeddedFont>
      <p:font typeface="Red Hat Text" panose="020B0604020202020204" charset="0"/>
      <p:regular r:id="rId61"/>
      <p:bold r:id="rId62"/>
      <p:italic r:id="rId63"/>
      <p:boldItalic r:id="rId64"/>
    </p:embeddedFont>
    <p:embeddedFont>
      <p:font typeface="Red Hat Text Medium" panose="020B0604020202020204" charset="0"/>
      <p:regular r:id="rId65"/>
      <p:bold r:id="rId66"/>
      <p:italic r:id="rId67"/>
      <p:boldItalic r:id="rId6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99"/>
    <a:srgbClr val="0033CC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8CCCE4-09FC-4BE4-9CFD-F3D002D8931D}" v="9" dt="2026-04-23T06:41:59.0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2579" autoAdjust="0"/>
  </p:normalViewPr>
  <p:slideViewPr>
    <p:cSldViewPr snapToGrid="0">
      <p:cViewPr varScale="1">
        <p:scale>
          <a:sx n="91" d="100"/>
          <a:sy n="91" d="100"/>
        </p:scale>
        <p:origin x="560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font" Target="fonts/font4.fntdata"/><Relationship Id="rId21" Type="http://schemas.openxmlformats.org/officeDocument/2006/relationships/slide" Target="slides/slide19.xml"/><Relationship Id="rId42" Type="http://schemas.openxmlformats.org/officeDocument/2006/relationships/font" Target="fonts/font20.fntdata"/><Relationship Id="rId47" Type="http://schemas.openxmlformats.org/officeDocument/2006/relationships/font" Target="fonts/font25.fntdata"/><Relationship Id="rId63" Type="http://schemas.openxmlformats.org/officeDocument/2006/relationships/font" Target="fonts/font41.fntdata"/><Relationship Id="rId68" Type="http://schemas.openxmlformats.org/officeDocument/2006/relationships/font" Target="fonts/font46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font" Target="fonts/font7.fntdata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font" Target="fonts/font23.fntdata"/><Relationship Id="rId53" Type="http://schemas.openxmlformats.org/officeDocument/2006/relationships/font" Target="fonts/font31.fntdata"/><Relationship Id="rId58" Type="http://schemas.openxmlformats.org/officeDocument/2006/relationships/font" Target="fonts/font36.fntdata"/><Relationship Id="rId66" Type="http://schemas.openxmlformats.org/officeDocument/2006/relationships/font" Target="fonts/font44.fntdata"/><Relationship Id="rId74" Type="http://schemas.microsoft.com/office/2015/10/relationships/revisionInfo" Target="revisionInfo.xml"/><Relationship Id="rId5" Type="http://schemas.openxmlformats.org/officeDocument/2006/relationships/slide" Target="slides/slide3.xml"/><Relationship Id="rId61" Type="http://schemas.openxmlformats.org/officeDocument/2006/relationships/font" Target="fonts/font39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font" Target="fonts/font21.fntdata"/><Relationship Id="rId48" Type="http://schemas.openxmlformats.org/officeDocument/2006/relationships/font" Target="fonts/font26.fntdata"/><Relationship Id="rId56" Type="http://schemas.openxmlformats.org/officeDocument/2006/relationships/font" Target="fonts/font34.fntdata"/><Relationship Id="rId64" Type="http://schemas.openxmlformats.org/officeDocument/2006/relationships/font" Target="fonts/font42.fntdata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font" Target="fonts/font29.fntdata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font" Target="fonts/font24.fntdata"/><Relationship Id="rId59" Type="http://schemas.openxmlformats.org/officeDocument/2006/relationships/font" Target="fonts/font37.fntdata"/><Relationship Id="rId67" Type="http://schemas.openxmlformats.org/officeDocument/2006/relationships/font" Target="fonts/font45.fntdata"/><Relationship Id="rId20" Type="http://schemas.openxmlformats.org/officeDocument/2006/relationships/slide" Target="slides/slide18.xml"/><Relationship Id="rId41" Type="http://schemas.openxmlformats.org/officeDocument/2006/relationships/font" Target="fonts/font19.fntdata"/><Relationship Id="rId54" Type="http://schemas.openxmlformats.org/officeDocument/2006/relationships/font" Target="fonts/font32.fntdata"/><Relationship Id="rId62" Type="http://schemas.openxmlformats.org/officeDocument/2006/relationships/font" Target="fonts/font40.fntdata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49" Type="http://schemas.openxmlformats.org/officeDocument/2006/relationships/font" Target="fonts/font27.fntdata"/><Relationship Id="rId57" Type="http://schemas.openxmlformats.org/officeDocument/2006/relationships/font" Target="fonts/font35.fntdata"/><Relationship Id="rId10" Type="http://schemas.openxmlformats.org/officeDocument/2006/relationships/slide" Target="slides/slide8.xml"/><Relationship Id="rId31" Type="http://schemas.openxmlformats.org/officeDocument/2006/relationships/font" Target="fonts/font9.fntdata"/><Relationship Id="rId44" Type="http://schemas.openxmlformats.org/officeDocument/2006/relationships/font" Target="fonts/font22.fntdata"/><Relationship Id="rId52" Type="http://schemas.openxmlformats.org/officeDocument/2006/relationships/font" Target="fonts/font30.fntdata"/><Relationship Id="rId60" Type="http://schemas.openxmlformats.org/officeDocument/2006/relationships/font" Target="fonts/font38.fntdata"/><Relationship Id="rId65" Type="http://schemas.openxmlformats.org/officeDocument/2006/relationships/font" Target="fonts/font43.fntdata"/><Relationship Id="rId73" Type="http://schemas.microsoft.com/office/2016/11/relationships/changesInfo" Target="changesInfos/changesInfo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font" Target="fonts/font17.fntdata"/><Relationship Id="rId34" Type="http://schemas.openxmlformats.org/officeDocument/2006/relationships/font" Target="fonts/font12.fntdata"/><Relationship Id="rId50" Type="http://schemas.openxmlformats.org/officeDocument/2006/relationships/font" Target="fonts/font28.fntdata"/><Relationship Id="rId55" Type="http://schemas.openxmlformats.org/officeDocument/2006/relationships/font" Target="fonts/font33.fntdata"/><Relationship Id="rId7" Type="http://schemas.openxmlformats.org/officeDocument/2006/relationships/slide" Target="slides/slide5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min Uuganbayar" userId="c385fed23abb92a2" providerId="LiveId" clId="{705C9040-D797-4636-A724-88A9E2930046}"/>
    <pc:docChg chg="undo custSel addSld delSld modSld sldOrd">
      <pc:chgData name="Nomin Uuganbayar" userId="c385fed23abb92a2" providerId="LiveId" clId="{705C9040-D797-4636-A724-88A9E2930046}" dt="2026-04-23T06:47:08.243" v="1424" actId="207"/>
      <pc:docMkLst>
        <pc:docMk/>
      </pc:docMkLst>
      <pc:sldChg chg="modSp mod">
        <pc:chgData name="Nomin Uuganbayar" userId="c385fed23abb92a2" providerId="LiveId" clId="{705C9040-D797-4636-A724-88A9E2930046}" dt="2026-04-17T02:41:51.387" v="1300" actId="255"/>
        <pc:sldMkLst>
          <pc:docMk/>
          <pc:sldMk cId="2135483590" sldId="260"/>
        </pc:sldMkLst>
        <pc:spChg chg="mod">
          <ac:chgData name="Nomin Uuganbayar" userId="c385fed23abb92a2" providerId="LiveId" clId="{705C9040-D797-4636-A724-88A9E2930046}" dt="2026-04-17T02:41:39.584" v="1295" actId="14100"/>
          <ac:spMkLst>
            <pc:docMk/>
            <pc:sldMk cId="2135483590" sldId="260"/>
            <ac:spMk id="247" creationId="{00000000-0000-0000-0000-000000000000}"/>
          </ac:spMkLst>
        </pc:spChg>
        <pc:spChg chg="mod">
          <ac:chgData name="Nomin Uuganbayar" userId="c385fed23abb92a2" providerId="LiveId" clId="{705C9040-D797-4636-A724-88A9E2930046}" dt="2026-04-17T02:41:51.387" v="1300" actId="255"/>
          <ac:spMkLst>
            <pc:docMk/>
            <pc:sldMk cId="2135483590" sldId="260"/>
            <ac:spMk id="251" creationId="{00000000-0000-0000-0000-000000000000}"/>
          </ac:spMkLst>
        </pc:spChg>
      </pc:sldChg>
      <pc:sldChg chg="addSp delSp modSp add del mod">
        <pc:chgData name="Nomin Uuganbayar" userId="c385fed23abb92a2" providerId="LiveId" clId="{705C9040-D797-4636-A724-88A9E2930046}" dt="2026-04-23T06:47:08.243" v="1424" actId="207"/>
        <pc:sldMkLst>
          <pc:docMk/>
          <pc:sldMk cId="0" sldId="289"/>
        </pc:sldMkLst>
        <pc:spChg chg="mod">
          <ac:chgData name="Nomin Uuganbayar" userId="c385fed23abb92a2" providerId="LiveId" clId="{705C9040-D797-4636-A724-88A9E2930046}" dt="2026-04-23T06:41:23.613" v="1382" actId="6549"/>
          <ac:spMkLst>
            <pc:docMk/>
            <pc:sldMk cId="0" sldId="289"/>
            <ac:spMk id="2" creationId="{9DB61790-9063-A2FC-23F4-D4BB23951C5C}"/>
          </ac:spMkLst>
        </pc:spChg>
        <pc:graphicFrameChg chg="add del mod modGraphic">
          <ac:chgData name="Nomin Uuganbayar" userId="c385fed23abb92a2" providerId="LiveId" clId="{705C9040-D797-4636-A724-88A9E2930046}" dt="2026-04-23T06:47:08.243" v="1424" actId="207"/>
          <ac:graphicFrameMkLst>
            <pc:docMk/>
            <pc:sldMk cId="0" sldId="289"/>
            <ac:graphicFrameMk id="422" creationId="{00000000-0000-0000-0000-000000000000}"/>
          </ac:graphicFrameMkLst>
        </pc:graphicFrameChg>
      </pc:sldChg>
      <pc:sldChg chg="modSp mod">
        <pc:chgData name="Nomin Uuganbayar" userId="c385fed23abb92a2" providerId="LiveId" clId="{705C9040-D797-4636-A724-88A9E2930046}" dt="2026-04-17T02:43:28.737" v="1345" actId="20577"/>
        <pc:sldMkLst>
          <pc:docMk/>
          <pc:sldMk cId="1920548568" sldId="381"/>
        </pc:sldMkLst>
        <pc:spChg chg="mod">
          <ac:chgData name="Nomin Uuganbayar" userId="c385fed23abb92a2" providerId="LiveId" clId="{705C9040-D797-4636-A724-88A9E2930046}" dt="2026-04-17T02:42:56.586" v="1321" actId="20577"/>
          <ac:spMkLst>
            <pc:docMk/>
            <pc:sldMk cId="1920548568" sldId="381"/>
            <ac:spMk id="2" creationId="{A51D5639-95B4-6F31-BE0C-9A3884D759B0}"/>
          </ac:spMkLst>
        </pc:spChg>
        <pc:spChg chg="mod">
          <ac:chgData name="Nomin Uuganbayar" userId="c385fed23abb92a2" providerId="LiveId" clId="{705C9040-D797-4636-A724-88A9E2930046}" dt="2026-04-17T02:43:11.225" v="1327" actId="255"/>
          <ac:spMkLst>
            <pc:docMk/>
            <pc:sldMk cId="1920548568" sldId="381"/>
            <ac:spMk id="4" creationId="{35FEF55A-708E-04D7-9269-4CD11C25A6AA}"/>
          </ac:spMkLst>
        </pc:spChg>
        <pc:spChg chg="mod">
          <ac:chgData name="Nomin Uuganbayar" userId="c385fed23abb92a2" providerId="LiveId" clId="{705C9040-D797-4636-A724-88A9E2930046}" dt="2026-04-17T02:42:29.432" v="1308" actId="255"/>
          <ac:spMkLst>
            <pc:docMk/>
            <pc:sldMk cId="1920548568" sldId="381"/>
            <ac:spMk id="18" creationId="{1DCF0334-EA34-FBB7-F5B3-352758AD60D6}"/>
          </ac:spMkLst>
        </pc:spChg>
        <pc:spChg chg="mod">
          <ac:chgData name="Nomin Uuganbayar" userId="c385fed23abb92a2" providerId="LiveId" clId="{705C9040-D797-4636-A724-88A9E2930046}" dt="2026-04-17T02:43:28.737" v="1345" actId="20577"/>
          <ac:spMkLst>
            <pc:docMk/>
            <pc:sldMk cId="1920548568" sldId="381"/>
            <ac:spMk id="22" creationId="{39B688DF-FEAA-FE7E-EDAC-C76909EC4A0F}"/>
          </ac:spMkLst>
        </pc:spChg>
        <pc:spChg chg="mod">
          <ac:chgData name="Nomin Uuganbayar" userId="c385fed23abb92a2" providerId="LiveId" clId="{705C9040-D797-4636-A724-88A9E2930046}" dt="2026-04-17T02:43:22.945" v="1331" actId="20577"/>
          <ac:spMkLst>
            <pc:docMk/>
            <pc:sldMk cId="1920548568" sldId="381"/>
            <ac:spMk id="23" creationId="{5D45D320-76BC-B5DD-EAB3-843CECCA02C6}"/>
          </ac:spMkLst>
        </pc:spChg>
        <pc:spChg chg="mod">
          <ac:chgData name="Nomin Uuganbayar" userId="c385fed23abb92a2" providerId="LiveId" clId="{705C9040-D797-4636-A724-88A9E2930046}" dt="2026-04-17T02:42:34.617" v="1310" actId="20577"/>
          <ac:spMkLst>
            <pc:docMk/>
            <pc:sldMk cId="1920548568" sldId="381"/>
            <ac:spMk id="30" creationId="{6B0B436D-B5B1-C1CA-19C9-C06BC6907B2A}"/>
          </ac:spMkLst>
        </pc:spChg>
      </pc:sldChg>
      <pc:sldChg chg="addSp delSp mod">
        <pc:chgData name="Nomin Uuganbayar" userId="c385fed23abb92a2" providerId="LiveId" clId="{705C9040-D797-4636-A724-88A9E2930046}" dt="2026-04-11T00:54:59.363" v="1152" actId="478"/>
        <pc:sldMkLst>
          <pc:docMk/>
          <pc:sldMk cId="483393416" sldId="392"/>
        </pc:sldMkLst>
        <pc:picChg chg="add del">
          <ac:chgData name="Nomin Uuganbayar" userId="c385fed23abb92a2" providerId="LiveId" clId="{705C9040-D797-4636-A724-88A9E2930046}" dt="2026-04-11T00:54:59.363" v="1152" actId="478"/>
          <ac:picMkLst>
            <pc:docMk/>
            <pc:sldMk cId="483393416" sldId="392"/>
            <ac:picMk id="3" creationId="{C108396E-1E00-CF55-5F57-03AD67C100C9}"/>
          </ac:picMkLst>
        </pc:picChg>
      </pc:sldChg>
      <pc:sldChg chg="addSp delSp modSp mod">
        <pc:chgData name="Nomin Uuganbayar" userId="c385fed23abb92a2" providerId="LiveId" clId="{705C9040-D797-4636-A724-88A9E2930046}" dt="2026-04-23T06:35:56.610" v="1368" actId="1076"/>
        <pc:sldMkLst>
          <pc:docMk/>
          <pc:sldMk cId="0" sldId="394"/>
        </pc:sldMkLst>
        <pc:spChg chg="mod">
          <ac:chgData name="Nomin Uuganbayar" userId="c385fed23abb92a2" providerId="LiveId" clId="{705C9040-D797-4636-A724-88A9E2930046}" dt="2026-04-11T04:26:22.797" v="1211" actId="1076"/>
          <ac:spMkLst>
            <pc:docMk/>
            <pc:sldMk cId="0" sldId="394"/>
            <ac:spMk id="4" creationId="{7478D2FA-26B8-9AC8-126E-5E0EEEEAA6E1}"/>
          </ac:spMkLst>
        </pc:spChg>
        <pc:spChg chg="mod">
          <ac:chgData name="Nomin Uuganbayar" userId="c385fed23abb92a2" providerId="LiveId" clId="{705C9040-D797-4636-A724-88A9E2930046}" dt="2026-04-11T00:47:45.297" v="1114" actId="1076"/>
          <ac:spMkLst>
            <pc:docMk/>
            <pc:sldMk cId="0" sldId="394"/>
            <ac:spMk id="9" creationId="{5CFBF02D-CCD2-987F-5C90-773F3A1E5543}"/>
          </ac:spMkLst>
        </pc:spChg>
        <pc:spChg chg="mod">
          <ac:chgData name="Nomin Uuganbayar" userId="c385fed23abb92a2" providerId="LiveId" clId="{705C9040-D797-4636-A724-88A9E2930046}" dt="2026-04-11T00:47:45.297" v="1114" actId="1076"/>
          <ac:spMkLst>
            <pc:docMk/>
            <pc:sldMk cId="0" sldId="394"/>
            <ac:spMk id="10" creationId="{8589CADA-7DAC-9AED-B128-8F51FFBEA7E4}"/>
          </ac:spMkLst>
        </pc:spChg>
        <pc:spChg chg="mod">
          <ac:chgData name="Nomin Uuganbayar" userId="c385fed23abb92a2" providerId="LiveId" clId="{705C9040-D797-4636-A724-88A9E2930046}" dt="2026-04-11T00:47:45.297" v="1114" actId="1076"/>
          <ac:spMkLst>
            <pc:docMk/>
            <pc:sldMk cId="0" sldId="394"/>
            <ac:spMk id="12" creationId="{D9096060-DB5B-333D-B386-963CD3B2038E}"/>
          </ac:spMkLst>
        </pc:spChg>
        <pc:spChg chg="mod">
          <ac:chgData name="Nomin Uuganbayar" userId="c385fed23abb92a2" providerId="LiveId" clId="{705C9040-D797-4636-A724-88A9E2930046}" dt="2026-04-11T00:47:40.440" v="1113" actId="1076"/>
          <ac:spMkLst>
            <pc:docMk/>
            <pc:sldMk cId="0" sldId="394"/>
            <ac:spMk id="15" creationId="{1EE58784-1EF8-E56C-1A3E-2C6D2E360A4D}"/>
          </ac:spMkLst>
        </pc:spChg>
        <pc:spChg chg="mod">
          <ac:chgData name="Nomin Uuganbayar" userId="c385fed23abb92a2" providerId="LiveId" clId="{705C9040-D797-4636-A724-88A9E2930046}" dt="2026-04-11T04:22:55.733" v="1196" actId="1076"/>
          <ac:spMkLst>
            <pc:docMk/>
            <pc:sldMk cId="0" sldId="394"/>
            <ac:spMk id="19" creationId="{F7871F1D-DDBE-DD3B-85D0-F5E52B3077A1}"/>
          </ac:spMkLst>
        </pc:spChg>
        <pc:spChg chg="mod">
          <ac:chgData name="Nomin Uuganbayar" userId="c385fed23abb92a2" providerId="LiveId" clId="{705C9040-D797-4636-A724-88A9E2930046}" dt="2026-04-11T00:47:45.297" v="1114" actId="1076"/>
          <ac:spMkLst>
            <pc:docMk/>
            <pc:sldMk cId="0" sldId="394"/>
            <ac:spMk id="20" creationId="{633B2432-9373-F215-1560-87EBB185391A}"/>
          </ac:spMkLst>
        </pc:spChg>
        <pc:spChg chg="mod">
          <ac:chgData name="Nomin Uuganbayar" userId="c385fed23abb92a2" providerId="LiveId" clId="{705C9040-D797-4636-A724-88A9E2930046}" dt="2026-04-11T00:47:45.297" v="1114" actId="1076"/>
          <ac:spMkLst>
            <pc:docMk/>
            <pc:sldMk cId="0" sldId="394"/>
            <ac:spMk id="21" creationId="{207BFC1C-EFC9-A95A-4FF2-3E1D8BAC32A3}"/>
          </ac:spMkLst>
        </pc:spChg>
        <pc:spChg chg="mod">
          <ac:chgData name="Nomin Uuganbayar" userId="c385fed23abb92a2" providerId="LiveId" clId="{705C9040-D797-4636-A724-88A9E2930046}" dt="2026-04-11T00:47:45.297" v="1114" actId="1076"/>
          <ac:spMkLst>
            <pc:docMk/>
            <pc:sldMk cId="0" sldId="394"/>
            <ac:spMk id="22" creationId="{98BC8D60-CC8C-D71F-7C37-3C6A82B3F74A}"/>
          </ac:spMkLst>
        </pc:spChg>
        <pc:spChg chg="mod">
          <ac:chgData name="Nomin Uuganbayar" userId="c385fed23abb92a2" providerId="LiveId" clId="{705C9040-D797-4636-A724-88A9E2930046}" dt="2026-04-11T00:47:45.297" v="1114" actId="1076"/>
          <ac:spMkLst>
            <pc:docMk/>
            <pc:sldMk cId="0" sldId="394"/>
            <ac:spMk id="25" creationId="{33EC8B52-F3A1-38A7-7422-EC707FEC6F5C}"/>
          </ac:spMkLst>
        </pc:spChg>
        <pc:spChg chg="add del mod">
          <ac:chgData name="Nomin Uuganbayar" userId="c385fed23abb92a2" providerId="LiveId" clId="{705C9040-D797-4636-A724-88A9E2930046}" dt="2026-04-11T04:22:49.843" v="1195" actId="1037"/>
          <ac:spMkLst>
            <pc:docMk/>
            <pc:sldMk cId="0" sldId="394"/>
            <ac:spMk id="33" creationId="{E073DA2D-9B6A-DC58-45A9-82540CD10DE9}"/>
          </ac:spMkLst>
        </pc:spChg>
        <pc:spChg chg="add del mod">
          <ac:chgData name="Nomin Uuganbayar" userId="c385fed23abb92a2" providerId="LiveId" clId="{705C9040-D797-4636-A724-88A9E2930046}" dt="2026-04-11T04:21:29.039" v="1171" actId="20577"/>
          <ac:spMkLst>
            <pc:docMk/>
            <pc:sldMk cId="0" sldId="394"/>
            <ac:spMk id="34" creationId="{3BF82A1F-C474-7609-54D1-F6A6ACB8366D}"/>
          </ac:spMkLst>
        </pc:spChg>
        <pc:spChg chg="add del mod">
          <ac:chgData name="Nomin Uuganbayar" userId="c385fed23abb92a2" providerId="LiveId" clId="{705C9040-D797-4636-A724-88A9E2930046}" dt="2026-04-11T00:47:45.297" v="1114" actId="1076"/>
          <ac:spMkLst>
            <pc:docMk/>
            <pc:sldMk cId="0" sldId="394"/>
            <ac:spMk id="36" creationId="{77E003BF-80C8-1EC6-9CA5-29CE53704306}"/>
          </ac:spMkLst>
        </pc:spChg>
        <pc:spChg chg="add del mod">
          <ac:chgData name="Nomin Uuganbayar" userId="c385fed23abb92a2" providerId="LiveId" clId="{705C9040-D797-4636-A724-88A9E2930046}" dt="2026-04-11T04:23:13.711" v="1207" actId="20577"/>
          <ac:spMkLst>
            <pc:docMk/>
            <pc:sldMk cId="0" sldId="394"/>
            <ac:spMk id="261" creationId="{00000000-0000-0000-0000-000000000000}"/>
          </ac:spMkLst>
        </pc:spChg>
        <pc:spChg chg="add del mod">
          <ac:chgData name="Nomin Uuganbayar" userId="c385fed23abb92a2" providerId="LiveId" clId="{705C9040-D797-4636-A724-88A9E2930046}" dt="2026-04-11T04:26:36.770" v="1213" actId="113"/>
          <ac:spMkLst>
            <pc:docMk/>
            <pc:sldMk cId="0" sldId="394"/>
            <ac:spMk id="264" creationId="{00000000-0000-0000-0000-000000000000}"/>
          </ac:spMkLst>
        </pc:spChg>
        <pc:picChg chg="add del mod">
          <ac:chgData name="Nomin Uuganbayar" userId="c385fed23abb92a2" providerId="LiveId" clId="{705C9040-D797-4636-A724-88A9E2930046}" dt="2026-04-11T04:21:17.151" v="1159" actId="14826"/>
          <ac:picMkLst>
            <pc:docMk/>
            <pc:sldMk cId="0" sldId="394"/>
            <ac:picMk id="35" creationId="{179082E2-6948-E191-6314-FEED9A594EA8}"/>
          </ac:picMkLst>
        </pc:picChg>
        <pc:picChg chg="add del mod">
          <ac:chgData name="Nomin Uuganbayar" userId="c385fed23abb92a2" providerId="LiveId" clId="{705C9040-D797-4636-A724-88A9E2930046}" dt="2026-04-23T06:35:56.610" v="1368" actId="1076"/>
          <ac:picMkLst>
            <pc:docMk/>
            <pc:sldMk cId="0" sldId="394"/>
            <ac:picMk id="272" creationId="{00000000-0000-0000-0000-000000000000}"/>
          </ac:picMkLst>
        </pc:picChg>
      </pc:sldChg>
      <pc:sldChg chg="addSp delSp modSp mod">
        <pc:chgData name="Nomin Uuganbayar" userId="c385fed23abb92a2" providerId="LiveId" clId="{705C9040-D797-4636-A724-88A9E2930046}" dt="2026-04-17T02:41:06.220" v="1293" actId="478"/>
        <pc:sldMkLst>
          <pc:docMk/>
          <pc:sldMk cId="2521873438" sldId="397"/>
        </pc:sldMkLst>
        <pc:picChg chg="mod">
          <ac:chgData name="Nomin Uuganbayar" userId="c385fed23abb92a2" providerId="LiveId" clId="{705C9040-D797-4636-A724-88A9E2930046}" dt="2026-04-11T00:48:41.925" v="1121" actId="1076"/>
          <ac:picMkLst>
            <pc:docMk/>
            <pc:sldMk cId="2521873438" sldId="397"/>
            <ac:picMk id="11" creationId="{375C4AEC-65A3-959B-E3DF-F2F26F046BD2}"/>
          </ac:picMkLst>
        </pc:picChg>
        <pc:picChg chg="mod">
          <ac:chgData name="Nomin Uuganbayar" userId="c385fed23abb92a2" providerId="LiveId" clId="{705C9040-D797-4636-A724-88A9E2930046}" dt="2026-04-11T00:48:48.468" v="1123" actId="1076"/>
          <ac:picMkLst>
            <pc:docMk/>
            <pc:sldMk cId="2521873438" sldId="397"/>
            <ac:picMk id="12" creationId="{C4946BD2-772D-E870-101C-C6FD6DB2B25B}"/>
          </ac:picMkLst>
        </pc:picChg>
        <pc:picChg chg="mod">
          <ac:chgData name="Nomin Uuganbayar" userId="c385fed23abb92a2" providerId="LiveId" clId="{705C9040-D797-4636-A724-88A9E2930046}" dt="2026-04-11T00:49:23.971" v="1134" actId="1076"/>
          <ac:picMkLst>
            <pc:docMk/>
            <pc:sldMk cId="2521873438" sldId="397"/>
            <ac:picMk id="13" creationId="{87F10319-B697-D071-AB5E-0166393513B3}"/>
          </ac:picMkLst>
        </pc:picChg>
        <pc:picChg chg="mod">
          <ac:chgData name="Nomin Uuganbayar" userId="c385fed23abb92a2" providerId="LiveId" clId="{705C9040-D797-4636-A724-88A9E2930046}" dt="2026-04-11T00:49:25.563" v="1135" actId="1076"/>
          <ac:picMkLst>
            <pc:docMk/>
            <pc:sldMk cId="2521873438" sldId="397"/>
            <ac:picMk id="15" creationId="{D2BB2123-713C-6BA7-A3C8-D40EE0FD058A}"/>
          </ac:picMkLst>
        </pc:picChg>
        <pc:picChg chg="mod">
          <ac:chgData name="Nomin Uuganbayar" userId="c385fed23abb92a2" providerId="LiveId" clId="{705C9040-D797-4636-A724-88A9E2930046}" dt="2026-04-11T00:50:00.654" v="1141" actId="1076"/>
          <ac:picMkLst>
            <pc:docMk/>
            <pc:sldMk cId="2521873438" sldId="397"/>
            <ac:picMk id="16" creationId="{9AC2747E-02BA-5475-7048-9A89FAE4798E}"/>
          </ac:picMkLst>
        </pc:picChg>
        <pc:picChg chg="mod">
          <ac:chgData name="Nomin Uuganbayar" userId="c385fed23abb92a2" providerId="LiveId" clId="{705C9040-D797-4636-A724-88A9E2930046}" dt="2026-04-11T00:49:17.582" v="1131" actId="1076"/>
          <ac:picMkLst>
            <pc:docMk/>
            <pc:sldMk cId="2521873438" sldId="397"/>
            <ac:picMk id="18" creationId="{9C201C0E-51C1-C304-821A-0147578C053C}"/>
          </ac:picMkLst>
        </pc:picChg>
        <pc:picChg chg="mod">
          <ac:chgData name="Nomin Uuganbayar" userId="c385fed23abb92a2" providerId="LiveId" clId="{705C9040-D797-4636-A724-88A9E2930046}" dt="2026-04-11T00:48:54.654" v="1127" actId="1076"/>
          <ac:picMkLst>
            <pc:docMk/>
            <pc:sldMk cId="2521873438" sldId="397"/>
            <ac:picMk id="21" creationId="{55D77903-EEFB-F6E0-724B-B51E8E122ADC}"/>
          </ac:picMkLst>
        </pc:picChg>
        <pc:picChg chg="add mod">
          <ac:chgData name="Nomin Uuganbayar" userId="c385fed23abb92a2" providerId="LiveId" clId="{705C9040-D797-4636-A724-88A9E2930046}" dt="2026-04-11T00:49:27.434" v="1136" actId="1076"/>
          <ac:picMkLst>
            <pc:docMk/>
            <pc:sldMk cId="2521873438" sldId="397"/>
            <ac:picMk id="1026" creationId="{7CBC6C1B-D2CD-8AE2-0656-57D6FFB03C49}"/>
          </ac:picMkLst>
        </pc:picChg>
        <pc:picChg chg="add mod">
          <ac:chgData name="Nomin Uuganbayar" userId="c385fed23abb92a2" providerId="LiveId" clId="{705C9040-D797-4636-A724-88A9E2930046}" dt="2026-04-11T00:50:09.649" v="1144" actId="1076"/>
          <ac:picMkLst>
            <pc:docMk/>
            <pc:sldMk cId="2521873438" sldId="397"/>
            <ac:picMk id="1028" creationId="{F67806FE-687B-0C60-B3E1-1FC73A34DC32}"/>
          </ac:picMkLst>
        </pc:picChg>
        <pc:picChg chg="add mod">
          <ac:chgData name="Nomin Uuganbayar" userId="c385fed23abb92a2" providerId="LiveId" clId="{705C9040-D797-4636-A724-88A9E2930046}" dt="2026-04-11T00:50:33.151" v="1150" actId="1076"/>
          <ac:picMkLst>
            <pc:docMk/>
            <pc:sldMk cId="2521873438" sldId="397"/>
            <ac:picMk id="1030" creationId="{FCAE31DD-C111-4EF5-C72E-1C6B9923C43F}"/>
          </ac:picMkLst>
        </pc:picChg>
      </pc:sldChg>
      <pc:sldChg chg="delSp modSp mod">
        <pc:chgData name="Nomin Uuganbayar" userId="c385fed23abb92a2" providerId="LiveId" clId="{705C9040-D797-4636-A724-88A9E2930046}" dt="2026-04-23T06:38:23.059" v="1380" actId="1076"/>
        <pc:sldMkLst>
          <pc:docMk/>
          <pc:sldMk cId="583279946" sldId="413"/>
        </pc:sldMkLst>
        <pc:spChg chg="mod">
          <ac:chgData name="Nomin Uuganbayar" userId="c385fed23abb92a2" providerId="LiveId" clId="{705C9040-D797-4636-A724-88A9E2930046}" dt="2026-04-23T06:38:20.239" v="1379" actId="14100"/>
          <ac:spMkLst>
            <pc:docMk/>
            <pc:sldMk cId="583279946" sldId="413"/>
            <ac:spMk id="8" creationId="{9A7FC7F0-8A2E-6ACA-8A9A-232EE3B231FD}"/>
          </ac:spMkLst>
        </pc:spChg>
        <pc:spChg chg="mod">
          <ac:chgData name="Nomin Uuganbayar" userId="c385fed23abb92a2" providerId="LiveId" clId="{705C9040-D797-4636-A724-88A9E2930046}" dt="2026-04-23T06:38:12.290" v="1377" actId="1076"/>
          <ac:spMkLst>
            <pc:docMk/>
            <pc:sldMk cId="583279946" sldId="413"/>
            <ac:spMk id="9" creationId="{A89B2FD5-6CF9-470B-445E-590E8E62FA32}"/>
          </ac:spMkLst>
        </pc:spChg>
        <pc:picChg chg="mod">
          <ac:chgData name="Nomin Uuganbayar" userId="c385fed23abb92a2" providerId="LiveId" clId="{705C9040-D797-4636-A724-88A9E2930046}" dt="2026-04-23T06:38:12.290" v="1377" actId="1076"/>
          <ac:picMkLst>
            <pc:docMk/>
            <pc:sldMk cId="583279946" sldId="413"/>
            <ac:picMk id="7" creationId="{1E5410E2-5482-C383-DC83-AB45DFFC678B}"/>
          </ac:picMkLst>
        </pc:picChg>
        <pc:picChg chg="mod">
          <ac:chgData name="Nomin Uuganbayar" userId="c385fed23abb92a2" providerId="LiveId" clId="{705C9040-D797-4636-A724-88A9E2930046}" dt="2026-04-23T06:37:47.154" v="1372" actId="1076"/>
          <ac:picMkLst>
            <pc:docMk/>
            <pc:sldMk cId="583279946" sldId="413"/>
            <ac:picMk id="13" creationId="{FEFB5311-AF7E-39A6-0551-C60D792224C8}"/>
          </ac:picMkLst>
        </pc:picChg>
        <pc:picChg chg="del">
          <ac:chgData name="Nomin Uuganbayar" userId="c385fed23abb92a2" providerId="LiveId" clId="{705C9040-D797-4636-A724-88A9E2930046}" dt="2026-04-23T06:37:29.547" v="1369" actId="478"/>
          <ac:picMkLst>
            <pc:docMk/>
            <pc:sldMk cId="583279946" sldId="413"/>
            <ac:picMk id="1026" creationId="{9B45B239-1737-1A35-F586-68B89BE70C07}"/>
          </ac:picMkLst>
        </pc:picChg>
        <pc:picChg chg="mod">
          <ac:chgData name="Nomin Uuganbayar" userId="c385fed23abb92a2" providerId="LiveId" clId="{705C9040-D797-4636-A724-88A9E2930046}" dt="2026-04-23T06:38:23.059" v="1380" actId="1076"/>
          <ac:picMkLst>
            <pc:docMk/>
            <pc:sldMk cId="583279946" sldId="413"/>
            <ac:picMk id="1028" creationId="{D1673B1D-2648-E0AB-F211-95DBC7C342C9}"/>
          </ac:picMkLst>
        </pc:picChg>
        <pc:cxnChg chg="mod">
          <ac:chgData name="Nomin Uuganbayar" userId="c385fed23abb92a2" providerId="LiveId" clId="{705C9040-D797-4636-A724-88A9E2930046}" dt="2026-04-23T06:38:14.418" v="1378" actId="1076"/>
          <ac:cxnSpMkLst>
            <pc:docMk/>
            <pc:sldMk cId="583279946" sldId="413"/>
            <ac:cxnSpMk id="6" creationId="{B04B03C5-1F4B-6ABA-0DFC-19028C5B6064}"/>
          </ac:cxnSpMkLst>
        </pc:cxnChg>
        <pc:cxnChg chg="del">
          <ac:chgData name="Nomin Uuganbayar" userId="c385fed23abb92a2" providerId="LiveId" clId="{705C9040-D797-4636-A724-88A9E2930046}" dt="2026-04-23T06:37:33.358" v="1370" actId="478"/>
          <ac:cxnSpMkLst>
            <pc:docMk/>
            <pc:sldMk cId="583279946" sldId="413"/>
            <ac:cxnSpMk id="10" creationId="{62952C41-CF48-F7A4-DC77-CAC849BBFAB5}"/>
          </ac:cxnSpMkLst>
        </pc:cxnChg>
        <pc:cxnChg chg="mod">
          <ac:chgData name="Nomin Uuganbayar" userId="c385fed23abb92a2" providerId="LiveId" clId="{705C9040-D797-4636-A724-88A9E2930046}" dt="2026-04-23T06:37:47.154" v="1372" actId="1076"/>
          <ac:cxnSpMkLst>
            <pc:docMk/>
            <pc:sldMk cId="583279946" sldId="413"/>
            <ac:cxnSpMk id="11" creationId="{A12709D9-B649-084F-E0CC-6F0D8AC0AFD0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3BED64-6C45-44E9-9CFB-CF1B38446C93}" type="doc">
      <dgm:prSet loTypeId="urn:microsoft.com/office/officeart/2005/8/layout/equation1" loCatId="process" qsTypeId="urn:microsoft.com/office/officeart/2005/8/quickstyle/simple1" qsCatId="simple" csTypeId="urn:microsoft.com/office/officeart/2005/8/colors/accent1_1" csCatId="accent1" phldr="1"/>
      <dgm:spPr/>
    </dgm:pt>
    <dgm:pt modelId="{B4BC1F0D-441B-4F7C-A343-E227F029F7DE}">
      <dgm:prSet phldrT="[Text]" custT="1"/>
      <dgm:spPr/>
      <dgm:t>
        <a:bodyPr/>
        <a:lstStyle/>
        <a:p>
          <a:r>
            <a:rPr lang="mn-MN" sz="1050">
              <a:latin typeface="Times New Roman" panose="02020603050405020304" pitchFamily="18" charset="0"/>
              <a:cs typeface="Times New Roman" panose="02020603050405020304" pitchFamily="18" charset="0"/>
            </a:rPr>
            <a:t>Хүссэн ур чадвар</a:t>
          </a:r>
          <a:endParaRPr lang="en-US" sz="105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E634B1B-F1DE-443D-AAC1-09ED849060A7}" type="parTrans" cxnId="{4E567F68-FF20-47E4-9478-649389149F7E}">
      <dgm:prSet/>
      <dgm:spPr/>
      <dgm:t>
        <a:bodyPr/>
        <a:lstStyle/>
        <a:p>
          <a:endParaRPr lang="en-US" sz="105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C36C58-E185-4A9A-9F76-2BAE3EDCB6A4}" type="sibTrans" cxnId="{4E567F68-FF20-47E4-9478-649389149F7E}">
      <dgm:prSet custT="1"/>
      <dgm:spPr/>
      <dgm:t>
        <a:bodyPr/>
        <a:lstStyle/>
        <a:p>
          <a:endParaRPr lang="en-US" sz="105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D310E6-4E95-4B45-9D5A-3BCD98EBB535}">
      <dgm:prSet phldrT="[Text]" custT="1"/>
      <dgm:spPr/>
      <dgm:t>
        <a:bodyPr/>
        <a:lstStyle/>
        <a:p>
          <a:r>
            <a:rPr lang="mn-MN" sz="1050" dirty="0">
              <a:latin typeface="Times New Roman" panose="02020603050405020304" pitchFamily="18" charset="0"/>
              <a:cs typeface="Times New Roman" panose="02020603050405020304" pitchFamily="18" charset="0"/>
            </a:rPr>
            <a:t>Одоогийн ур чадвар</a:t>
          </a:r>
          <a:endParaRPr lang="en-US" sz="10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AF19A7A-7BF1-4E2E-8371-06634F5387EC}" type="parTrans" cxnId="{AE610AF5-CFA3-4575-9520-99E69B37680B}">
      <dgm:prSet/>
      <dgm:spPr/>
      <dgm:t>
        <a:bodyPr/>
        <a:lstStyle/>
        <a:p>
          <a:endParaRPr lang="en-US" sz="105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9C01BD-D26E-4517-9A46-4EDFCD9B3E41}" type="sibTrans" cxnId="{AE610AF5-CFA3-4575-9520-99E69B37680B}">
      <dgm:prSet custT="1"/>
      <dgm:spPr/>
      <dgm:t>
        <a:bodyPr/>
        <a:lstStyle/>
        <a:p>
          <a:endParaRPr lang="en-US" sz="105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D639C46-00AB-41B5-B2A1-B6BEBBE5192A}">
      <dgm:prSet phldrT="[Text]" custT="1"/>
      <dgm:spPr>
        <a:solidFill>
          <a:schemeClr val="accent1">
            <a:lumMod val="40000"/>
            <a:lumOff val="60000"/>
          </a:schemeClr>
        </a:solidFill>
      </dgm:spPr>
      <dgm:t>
        <a:bodyPr/>
        <a:lstStyle/>
        <a:p>
          <a:r>
            <a:rPr lang="mn-MN" sz="1050" dirty="0">
              <a:latin typeface="Times New Roman" panose="02020603050405020304" pitchFamily="18" charset="0"/>
              <a:cs typeface="Times New Roman" panose="02020603050405020304" pitchFamily="18" charset="0"/>
            </a:rPr>
            <a:t>Сургалтын хэрэгцээ</a:t>
          </a:r>
          <a:endParaRPr lang="en-US" sz="105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085C398-95CC-498E-9048-312067083F3C}" type="parTrans" cxnId="{255BB1F5-D89D-48D1-99A3-3EB51962D7F4}">
      <dgm:prSet/>
      <dgm:spPr/>
      <dgm:t>
        <a:bodyPr/>
        <a:lstStyle/>
        <a:p>
          <a:endParaRPr lang="en-US" sz="105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183F4E-9021-429F-9AA1-437BB57CE0C1}" type="sibTrans" cxnId="{255BB1F5-D89D-48D1-99A3-3EB51962D7F4}">
      <dgm:prSet/>
      <dgm:spPr/>
      <dgm:t>
        <a:bodyPr/>
        <a:lstStyle/>
        <a:p>
          <a:endParaRPr lang="en-US" sz="105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26E6434-51AF-490D-AC3B-10A4B8448D95}" type="pres">
      <dgm:prSet presAssocID="{943BED64-6C45-44E9-9CFB-CF1B38446C93}" presName="linearFlow" presStyleCnt="0">
        <dgm:presLayoutVars>
          <dgm:dir/>
          <dgm:resizeHandles val="exact"/>
        </dgm:presLayoutVars>
      </dgm:prSet>
      <dgm:spPr/>
    </dgm:pt>
    <dgm:pt modelId="{37351FCF-8E56-4043-BF94-BBF94BA3063D}" type="pres">
      <dgm:prSet presAssocID="{B4BC1F0D-441B-4F7C-A343-E227F029F7DE}" presName="node" presStyleLbl="node1" presStyleIdx="0" presStyleCnt="3" custScaleX="384153">
        <dgm:presLayoutVars>
          <dgm:bulletEnabled val="1"/>
        </dgm:presLayoutVars>
      </dgm:prSet>
      <dgm:spPr>
        <a:prstGeom prst="roundRect">
          <a:avLst/>
        </a:prstGeom>
      </dgm:spPr>
    </dgm:pt>
    <dgm:pt modelId="{D8F97A18-7118-44D0-8F7A-5FEACF007ADA}" type="pres">
      <dgm:prSet presAssocID="{29C36C58-E185-4A9A-9F76-2BAE3EDCB6A4}" presName="spacerL" presStyleCnt="0"/>
      <dgm:spPr/>
    </dgm:pt>
    <dgm:pt modelId="{410AC157-9E12-43CC-8699-71D7B4E2CC6B}" type="pres">
      <dgm:prSet presAssocID="{29C36C58-E185-4A9A-9F76-2BAE3EDCB6A4}" presName="sibTrans" presStyleLbl="sibTrans2D1" presStyleIdx="0" presStyleCnt="2"/>
      <dgm:spPr>
        <a:prstGeom prst="mathMinus">
          <a:avLst/>
        </a:prstGeom>
      </dgm:spPr>
    </dgm:pt>
    <dgm:pt modelId="{F26E7748-3693-4400-8D31-3CAFCE0C1BC1}" type="pres">
      <dgm:prSet presAssocID="{29C36C58-E185-4A9A-9F76-2BAE3EDCB6A4}" presName="spacerR" presStyleCnt="0"/>
      <dgm:spPr/>
    </dgm:pt>
    <dgm:pt modelId="{CA7977B7-D963-4ACC-ABCF-6B225615F732}" type="pres">
      <dgm:prSet presAssocID="{ACD310E6-4E95-4B45-9D5A-3BCD98EBB535}" presName="node" presStyleLbl="node1" presStyleIdx="1" presStyleCnt="3" custScaleX="372932">
        <dgm:presLayoutVars>
          <dgm:bulletEnabled val="1"/>
        </dgm:presLayoutVars>
      </dgm:prSet>
      <dgm:spPr>
        <a:prstGeom prst="roundRect">
          <a:avLst/>
        </a:prstGeom>
      </dgm:spPr>
    </dgm:pt>
    <dgm:pt modelId="{0ED100A1-CB6B-4167-88AC-7D98D23018B6}" type="pres">
      <dgm:prSet presAssocID="{909C01BD-D26E-4517-9A46-4EDFCD9B3E41}" presName="spacerL" presStyleCnt="0"/>
      <dgm:spPr/>
    </dgm:pt>
    <dgm:pt modelId="{83074E4D-8328-4971-BE86-278E749CCDDD}" type="pres">
      <dgm:prSet presAssocID="{909C01BD-D26E-4517-9A46-4EDFCD9B3E41}" presName="sibTrans" presStyleLbl="sibTrans2D1" presStyleIdx="1" presStyleCnt="2"/>
      <dgm:spPr/>
    </dgm:pt>
    <dgm:pt modelId="{C1910041-A146-4940-A0F0-2627727717D0}" type="pres">
      <dgm:prSet presAssocID="{909C01BD-D26E-4517-9A46-4EDFCD9B3E41}" presName="spacerR" presStyleCnt="0"/>
      <dgm:spPr/>
    </dgm:pt>
    <dgm:pt modelId="{FF6583A0-73D4-475C-BCC3-811E7997351A}" type="pres">
      <dgm:prSet presAssocID="{0D639C46-00AB-41B5-B2A1-B6BEBBE5192A}" presName="node" presStyleLbl="node1" presStyleIdx="2" presStyleCnt="3" custScaleX="369862" custLinFactNeighborX="25166" custLinFactNeighborY="-2043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4E567F68-FF20-47E4-9478-649389149F7E}" srcId="{943BED64-6C45-44E9-9CFB-CF1B38446C93}" destId="{B4BC1F0D-441B-4F7C-A343-E227F029F7DE}" srcOrd="0" destOrd="0" parTransId="{4E634B1B-F1DE-443D-AAC1-09ED849060A7}" sibTransId="{29C36C58-E185-4A9A-9F76-2BAE3EDCB6A4}"/>
    <dgm:cxn modelId="{80474D4C-B2DD-49E2-8D9B-84E8DCFF93CD}" type="presOf" srcId="{29C36C58-E185-4A9A-9F76-2BAE3EDCB6A4}" destId="{410AC157-9E12-43CC-8699-71D7B4E2CC6B}" srcOrd="0" destOrd="0" presId="urn:microsoft.com/office/officeart/2005/8/layout/equation1"/>
    <dgm:cxn modelId="{3C659B56-6BF5-47E8-88DC-3C11A85508BB}" type="presOf" srcId="{0D639C46-00AB-41B5-B2A1-B6BEBBE5192A}" destId="{FF6583A0-73D4-475C-BCC3-811E7997351A}" srcOrd="0" destOrd="0" presId="urn:microsoft.com/office/officeart/2005/8/layout/equation1"/>
    <dgm:cxn modelId="{B7768FA1-A440-4713-8764-5689161A43BA}" type="presOf" srcId="{909C01BD-D26E-4517-9A46-4EDFCD9B3E41}" destId="{83074E4D-8328-4971-BE86-278E749CCDDD}" srcOrd="0" destOrd="0" presId="urn:microsoft.com/office/officeart/2005/8/layout/equation1"/>
    <dgm:cxn modelId="{BCB25BA8-E158-4FD1-9F7F-435003C74067}" type="presOf" srcId="{ACD310E6-4E95-4B45-9D5A-3BCD98EBB535}" destId="{CA7977B7-D963-4ACC-ABCF-6B225615F732}" srcOrd="0" destOrd="0" presId="urn:microsoft.com/office/officeart/2005/8/layout/equation1"/>
    <dgm:cxn modelId="{93B513E8-56B3-4C25-88FD-D36FAABDACAD}" type="presOf" srcId="{B4BC1F0D-441B-4F7C-A343-E227F029F7DE}" destId="{37351FCF-8E56-4043-BF94-BBF94BA3063D}" srcOrd="0" destOrd="0" presId="urn:microsoft.com/office/officeart/2005/8/layout/equation1"/>
    <dgm:cxn modelId="{AE610AF5-CFA3-4575-9520-99E69B37680B}" srcId="{943BED64-6C45-44E9-9CFB-CF1B38446C93}" destId="{ACD310E6-4E95-4B45-9D5A-3BCD98EBB535}" srcOrd="1" destOrd="0" parTransId="{CAF19A7A-7BF1-4E2E-8371-06634F5387EC}" sibTransId="{909C01BD-D26E-4517-9A46-4EDFCD9B3E41}"/>
    <dgm:cxn modelId="{255BB1F5-D89D-48D1-99A3-3EB51962D7F4}" srcId="{943BED64-6C45-44E9-9CFB-CF1B38446C93}" destId="{0D639C46-00AB-41B5-B2A1-B6BEBBE5192A}" srcOrd="2" destOrd="0" parTransId="{A085C398-95CC-498E-9048-312067083F3C}" sibTransId="{30183F4E-9021-429F-9AA1-437BB57CE0C1}"/>
    <dgm:cxn modelId="{7B6B5AFA-B2AB-4555-97F3-F0FE46530DC2}" type="presOf" srcId="{943BED64-6C45-44E9-9CFB-CF1B38446C93}" destId="{A26E6434-51AF-490D-AC3B-10A4B8448D95}" srcOrd="0" destOrd="0" presId="urn:microsoft.com/office/officeart/2005/8/layout/equation1"/>
    <dgm:cxn modelId="{63CA863F-DD3E-4F4F-B88F-672142C2F3B0}" type="presParOf" srcId="{A26E6434-51AF-490D-AC3B-10A4B8448D95}" destId="{37351FCF-8E56-4043-BF94-BBF94BA3063D}" srcOrd="0" destOrd="0" presId="urn:microsoft.com/office/officeart/2005/8/layout/equation1"/>
    <dgm:cxn modelId="{6696AF63-AC72-4B98-B041-5873D08AE24A}" type="presParOf" srcId="{A26E6434-51AF-490D-AC3B-10A4B8448D95}" destId="{D8F97A18-7118-44D0-8F7A-5FEACF007ADA}" srcOrd="1" destOrd="0" presId="urn:microsoft.com/office/officeart/2005/8/layout/equation1"/>
    <dgm:cxn modelId="{38CFEB10-F97F-4789-B449-031D47EEE6C5}" type="presParOf" srcId="{A26E6434-51AF-490D-AC3B-10A4B8448D95}" destId="{410AC157-9E12-43CC-8699-71D7B4E2CC6B}" srcOrd="2" destOrd="0" presId="urn:microsoft.com/office/officeart/2005/8/layout/equation1"/>
    <dgm:cxn modelId="{05E23727-B7A8-427E-9BA0-8A923E893AD6}" type="presParOf" srcId="{A26E6434-51AF-490D-AC3B-10A4B8448D95}" destId="{F26E7748-3693-4400-8D31-3CAFCE0C1BC1}" srcOrd="3" destOrd="0" presId="urn:microsoft.com/office/officeart/2005/8/layout/equation1"/>
    <dgm:cxn modelId="{0349776E-6EE4-4801-A55B-FC6402C9C397}" type="presParOf" srcId="{A26E6434-51AF-490D-AC3B-10A4B8448D95}" destId="{CA7977B7-D963-4ACC-ABCF-6B225615F732}" srcOrd="4" destOrd="0" presId="urn:microsoft.com/office/officeart/2005/8/layout/equation1"/>
    <dgm:cxn modelId="{A7282D9A-06FF-44A0-A267-BC6BE61EB3AE}" type="presParOf" srcId="{A26E6434-51AF-490D-AC3B-10A4B8448D95}" destId="{0ED100A1-CB6B-4167-88AC-7D98D23018B6}" srcOrd="5" destOrd="0" presId="urn:microsoft.com/office/officeart/2005/8/layout/equation1"/>
    <dgm:cxn modelId="{CB554D9E-62EC-4F1C-B3E1-A6FB8008BE30}" type="presParOf" srcId="{A26E6434-51AF-490D-AC3B-10A4B8448D95}" destId="{83074E4D-8328-4971-BE86-278E749CCDDD}" srcOrd="6" destOrd="0" presId="urn:microsoft.com/office/officeart/2005/8/layout/equation1"/>
    <dgm:cxn modelId="{9515C494-B7AB-4862-BDCF-FCB7EC55D353}" type="presParOf" srcId="{A26E6434-51AF-490D-AC3B-10A4B8448D95}" destId="{C1910041-A146-4940-A0F0-2627727717D0}" srcOrd="7" destOrd="0" presId="urn:microsoft.com/office/officeart/2005/8/layout/equation1"/>
    <dgm:cxn modelId="{7BE132B4-2422-476D-A05A-A35AC8D70073}" type="presParOf" srcId="{A26E6434-51AF-490D-AC3B-10A4B8448D95}" destId="{FF6583A0-73D4-475C-BCC3-811E7997351A}" srcOrd="8" destOrd="0" presId="urn:microsoft.com/office/officeart/2005/8/layout/equati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D3FFD03-72A5-4749-951D-6C6257794E51}" type="doc">
      <dgm:prSet loTypeId="urn:microsoft.com/office/officeart/2005/8/layout/pyramid1" loCatId="pyramid" qsTypeId="urn:microsoft.com/office/officeart/2005/8/quickstyle/simple1" qsCatId="simple" csTypeId="urn:microsoft.com/office/officeart/2005/8/colors/accent1_3" csCatId="accent1" phldr="1"/>
      <dgm:spPr/>
    </dgm:pt>
    <dgm:pt modelId="{A05F52DD-29B2-4ABF-97BE-6E3241DD6165}">
      <dgm:prSet phldrT="[Text]" custT="1"/>
      <dgm:spPr/>
      <dgm:t>
        <a:bodyPr/>
        <a:lstStyle/>
        <a:p>
          <a:pPr algn="ctr"/>
          <a:r>
            <a:rPr lang="mn-MN" sz="1000" dirty="0">
              <a:latin typeface="Times New Roman" panose="02020603050405020304" pitchFamily="18" charset="0"/>
              <a:cs typeface="Times New Roman" panose="02020603050405020304" pitchFamily="18" charset="0"/>
            </a:rPr>
            <a:t>Ахисан </a:t>
          </a:r>
          <a:endParaRPr lang="en-US" sz="10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C21D80-BA7A-4C5D-9B53-B46E2F4BCA3D}" type="parTrans" cxnId="{C1D88BE7-2AFE-4959-A056-0CC7CAEA2EE5}">
      <dgm:prSet/>
      <dgm:spPr/>
      <dgm:t>
        <a:bodyPr/>
        <a:lstStyle/>
        <a:p>
          <a:pPr algn="ctr"/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E22105E-4BC1-4F79-A0D5-208B04DC82ED}" type="sibTrans" cxnId="{C1D88BE7-2AFE-4959-A056-0CC7CAEA2EE5}">
      <dgm:prSet/>
      <dgm:spPr/>
      <dgm:t>
        <a:bodyPr/>
        <a:lstStyle/>
        <a:p>
          <a:pPr algn="ctr"/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B53A536-E80C-4C63-85DA-27B9692E863C}">
      <dgm:prSet phldrT="[Text]" custT="1"/>
      <dgm:spPr/>
      <dgm:t>
        <a:bodyPr/>
        <a:lstStyle/>
        <a:p>
          <a:pPr algn="ctr"/>
          <a:r>
            <a:rPr lang="mn-MN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Дунд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124AF09-2D5A-4E8B-8656-C5189BBDAF0C}" type="parTrans" cxnId="{F76773FA-5E67-4D80-B535-A87584A63A3D}">
      <dgm:prSet/>
      <dgm:spPr/>
      <dgm:t>
        <a:bodyPr/>
        <a:lstStyle/>
        <a:p>
          <a:pPr algn="ctr"/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4889D1-7939-429E-8993-4F53AD8D0DF1}" type="sibTrans" cxnId="{F76773FA-5E67-4D80-B535-A87584A63A3D}">
      <dgm:prSet/>
      <dgm:spPr/>
      <dgm:t>
        <a:bodyPr/>
        <a:lstStyle/>
        <a:p>
          <a:pPr algn="ctr"/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5A233AD-553C-4025-A5E7-756228D73B48}">
      <dgm:prSet phldrT="[Text]" custT="1"/>
      <dgm:spPr/>
      <dgm:t>
        <a:bodyPr/>
        <a:lstStyle/>
        <a:p>
          <a:pPr algn="ctr"/>
          <a:r>
            <a:rPr lang="mn-MN" sz="1100" dirty="0">
              <a:latin typeface="Times New Roman" panose="02020603050405020304" pitchFamily="18" charset="0"/>
              <a:cs typeface="Times New Roman" panose="02020603050405020304" pitchFamily="18" charset="0"/>
            </a:rPr>
            <a:t>Анхан</a:t>
          </a:r>
          <a:endParaRPr lang="en-US" sz="11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4025F95-7CDD-4128-8C20-2B0874B468DE}" type="parTrans" cxnId="{3C177B1F-6EB3-4BFB-8C61-1CD632B58C39}">
      <dgm:prSet/>
      <dgm:spPr/>
      <dgm:t>
        <a:bodyPr/>
        <a:lstStyle/>
        <a:p>
          <a:pPr algn="ctr"/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3CB9E3-85C6-41B9-BD64-EEB89B016F5B}" type="sibTrans" cxnId="{3C177B1F-6EB3-4BFB-8C61-1CD632B58C39}">
      <dgm:prSet/>
      <dgm:spPr/>
      <dgm:t>
        <a:bodyPr/>
        <a:lstStyle/>
        <a:p>
          <a:pPr algn="ctr"/>
          <a:endParaRPr lang="en-US" sz="11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CE5E85B-A9E1-49A3-A5AA-683FED45EE81}" type="pres">
      <dgm:prSet presAssocID="{6D3FFD03-72A5-4749-951D-6C6257794E51}" presName="Name0" presStyleCnt="0">
        <dgm:presLayoutVars>
          <dgm:dir/>
          <dgm:animLvl val="lvl"/>
          <dgm:resizeHandles val="exact"/>
        </dgm:presLayoutVars>
      </dgm:prSet>
      <dgm:spPr/>
    </dgm:pt>
    <dgm:pt modelId="{8CC5E894-17B8-43FA-A08B-F37AF37D473D}" type="pres">
      <dgm:prSet presAssocID="{A05F52DD-29B2-4ABF-97BE-6E3241DD6165}" presName="Name8" presStyleCnt="0"/>
      <dgm:spPr/>
    </dgm:pt>
    <dgm:pt modelId="{8894B5E4-E519-44B5-BF7F-63023495F4AF}" type="pres">
      <dgm:prSet presAssocID="{A05F52DD-29B2-4ABF-97BE-6E3241DD6165}" presName="level" presStyleLbl="node1" presStyleIdx="0" presStyleCnt="3">
        <dgm:presLayoutVars>
          <dgm:chMax val="1"/>
          <dgm:bulletEnabled val="1"/>
        </dgm:presLayoutVars>
      </dgm:prSet>
      <dgm:spPr/>
    </dgm:pt>
    <dgm:pt modelId="{FD8F087F-6889-4D28-9AC5-FF7B2F3AF760}" type="pres">
      <dgm:prSet presAssocID="{A05F52DD-29B2-4ABF-97BE-6E3241DD6165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D4BB7C70-88C2-40DB-883B-7312005C7963}" type="pres">
      <dgm:prSet presAssocID="{7B53A536-E80C-4C63-85DA-27B9692E863C}" presName="Name8" presStyleCnt="0"/>
      <dgm:spPr/>
    </dgm:pt>
    <dgm:pt modelId="{F652BE99-5797-418F-9990-776A72BF65D1}" type="pres">
      <dgm:prSet presAssocID="{7B53A536-E80C-4C63-85DA-27B9692E863C}" presName="level" presStyleLbl="node1" presStyleIdx="1" presStyleCnt="3">
        <dgm:presLayoutVars>
          <dgm:chMax val="1"/>
          <dgm:bulletEnabled val="1"/>
        </dgm:presLayoutVars>
      </dgm:prSet>
      <dgm:spPr/>
    </dgm:pt>
    <dgm:pt modelId="{DABD9CCD-9D68-42AF-BB12-2C51008E3339}" type="pres">
      <dgm:prSet presAssocID="{7B53A536-E80C-4C63-85DA-27B9692E863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6FB9FC1-194A-427C-AEA7-768C588D7C2E}" type="pres">
      <dgm:prSet presAssocID="{65A233AD-553C-4025-A5E7-756228D73B48}" presName="Name8" presStyleCnt="0"/>
      <dgm:spPr/>
    </dgm:pt>
    <dgm:pt modelId="{8FA42972-3FF2-41F2-9DC5-4AB90592088E}" type="pres">
      <dgm:prSet presAssocID="{65A233AD-553C-4025-A5E7-756228D73B48}" presName="level" presStyleLbl="node1" presStyleIdx="2" presStyleCnt="3">
        <dgm:presLayoutVars>
          <dgm:chMax val="1"/>
          <dgm:bulletEnabled val="1"/>
        </dgm:presLayoutVars>
      </dgm:prSet>
      <dgm:spPr/>
    </dgm:pt>
    <dgm:pt modelId="{7AB8A287-C0A5-42AF-93A1-4C9902157560}" type="pres">
      <dgm:prSet presAssocID="{65A233AD-553C-4025-A5E7-756228D73B48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C8C1000-0C98-4820-BA9A-DF2208F02C35}" type="presOf" srcId="{A05F52DD-29B2-4ABF-97BE-6E3241DD6165}" destId="{FD8F087F-6889-4D28-9AC5-FF7B2F3AF760}" srcOrd="1" destOrd="0" presId="urn:microsoft.com/office/officeart/2005/8/layout/pyramid1"/>
    <dgm:cxn modelId="{07A93D1C-41E5-4176-9D2C-BF3AB89B3723}" type="presOf" srcId="{6D3FFD03-72A5-4749-951D-6C6257794E51}" destId="{CCE5E85B-A9E1-49A3-A5AA-683FED45EE81}" srcOrd="0" destOrd="0" presId="urn:microsoft.com/office/officeart/2005/8/layout/pyramid1"/>
    <dgm:cxn modelId="{3C177B1F-6EB3-4BFB-8C61-1CD632B58C39}" srcId="{6D3FFD03-72A5-4749-951D-6C6257794E51}" destId="{65A233AD-553C-4025-A5E7-756228D73B48}" srcOrd="2" destOrd="0" parTransId="{44025F95-7CDD-4128-8C20-2B0874B468DE}" sibTransId="{DA3CB9E3-85C6-41B9-BD64-EEB89B016F5B}"/>
    <dgm:cxn modelId="{C69DD728-BE34-45F8-9216-AD3C6CCE2522}" type="presOf" srcId="{7B53A536-E80C-4C63-85DA-27B9692E863C}" destId="{F652BE99-5797-418F-9990-776A72BF65D1}" srcOrd="0" destOrd="0" presId="urn:microsoft.com/office/officeart/2005/8/layout/pyramid1"/>
    <dgm:cxn modelId="{96396247-97FE-4485-963D-718EE217830A}" type="presOf" srcId="{7B53A536-E80C-4C63-85DA-27B9692E863C}" destId="{DABD9CCD-9D68-42AF-BB12-2C51008E3339}" srcOrd="1" destOrd="0" presId="urn:microsoft.com/office/officeart/2005/8/layout/pyramid1"/>
    <dgm:cxn modelId="{4026BB7B-D880-4523-9DDF-95F2390DCB37}" type="presOf" srcId="{A05F52DD-29B2-4ABF-97BE-6E3241DD6165}" destId="{8894B5E4-E519-44B5-BF7F-63023495F4AF}" srcOrd="0" destOrd="0" presId="urn:microsoft.com/office/officeart/2005/8/layout/pyramid1"/>
    <dgm:cxn modelId="{9D5ACABD-0034-4546-B7C3-B55667E4AC2A}" type="presOf" srcId="{65A233AD-553C-4025-A5E7-756228D73B48}" destId="{7AB8A287-C0A5-42AF-93A1-4C9902157560}" srcOrd="1" destOrd="0" presId="urn:microsoft.com/office/officeart/2005/8/layout/pyramid1"/>
    <dgm:cxn modelId="{C1D88BE7-2AFE-4959-A056-0CC7CAEA2EE5}" srcId="{6D3FFD03-72A5-4749-951D-6C6257794E51}" destId="{A05F52DD-29B2-4ABF-97BE-6E3241DD6165}" srcOrd="0" destOrd="0" parTransId="{21C21D80-BA7A-4C5D-9B53-B46E2F4BCA3D}" sibTransId="{5E22105E-4BC1-4F79-A0D5-208B04DC82ED}"/>
    <dgm:cxn modelId="{F76773FA-5E67-4D80-B535-A87584A63A3D}" srcId="{6D3FFD03-72A5-4749-951D-6C6257794E51}" destId="{7B53A536-E80C-4C63-85DA-27B9692E863C}" srcOrd="1" destOrd="0" parTransId="{4124AF09-2D5A-4E8B-8656-C5189BBDAF0C}" sibTransId="{574889D1-7939-429E-8993-4F53AD8D0DF1}"/>
    <dgm:cxn modelId="{24081DFB-81D3-46BA-B822-FE4A295722C2}" type="presOf" srcId="{65A233AD-553C-4025-A5E7-756228D73B48}" destId="{8FA42972-3FF2-41F2-9DC5-4AB90592088E}" srcOrd="0" destOrd="0" presId="urn:microsoft.com/office/officeart/2005/8/layout/pyramid1"/>
    <dgm:cxn modelId="{C8FDD63F-D10B-494F-8B09-DD03A3275D30}" type="presParOf" srcId="{CCE5E85B-A9E1-49A3-A5AA-683FED45EE81}" destId="{8CC5E894-17B8-43FA-A08B-F37AF37D473D}" srcOrd="0" destOrd="0" presId="urn:microsoft.com/office/officeart/2005/8/layout/pyramid1"/>
    <dgm:cxn modelId="{F1B2E8B7-72C4-4D89-AFB3-3D041EDACB26}" type="presParOf" srcId="{8CC5E894-17B8-43FA-A08B-F37AF37D473D}" destId="{8894B5E4-E519-44B5-BF7F-63023495F4AF}" srcOrd="0" destOrd="0" presId="urn:microsoft.com/office/officeart/2005/8/layout/pyramid1"/>
    <dgm:cxn modelId="{9E761832-EA94-4DA1-85DF-AF15C3D5B690}" type="presParOf" srcId="{8CC5E894-17B8-43FA-A08B-F37AF37D473D}" destId="{FD8F087F-6889-4D28-9AC5-FF7B2F3AF760}" srcOrd="1" destOrd="0" presId="urn:microsoft.com/office/officeart/2005/8/layout/pyramid1"/>
    <dgm:cxn modelId="{0212F092-673D-42D1-A800-11112ACDA696}" type="presParOf" srcId="{CCE5E85B-A9E1-49A3-A5AA-683FED45EE81}" destId="{D4BB7C70-88C2-40DB-883B-7312005C7963}" srcOrd="1" destOrd="0" presId="urn:microsoft.com/office/officeart/2005/8/layout/pyramid1"/>
    <dgm:cxn modelId="{2F08D20F-1135-4EE5-B7BF-E84598D7B4D5}" type="presParOf" srcId="{D4BB7C70-88C2-40DB-883B-7312005C7963}" destId="{F652BE99-5797-418F-9990-776A72BF65D1}" srcOrd="0" destOrd="0" presId="urn:microsoft.com/office/officeart/2005/8/layout/pyramid1"/>
    <dgm:cxn modelId="{2A49958E-E4D9-4204-9062-0F1ADCE6FD85}" type="presParOf" srcId="{D4BB7C70-88C2-40DB-883B-7312005C7963}" destId="{DABD9CCD-9D68-42AF-BB12-2C51008E3339}" srcOrd="1" destOrd="0" presId="urn:microsoft.com/office/officeart/2005/8/layout/pyramid1"/>
    <dgm:cxn modelId="{38C5806A-D5B1-46EB-8F8F-5F837985C241}" type="presParOf" srcId="{CCE5E85B-A9E1-49A3-A5AA-683FED45EE81}" destId="{A6FB9FC1-194A-427C-AEA7-768C588D7C2E}" srcOrd="2" destOrd="0" presId="urn:microsoft.com/office/officeart/2005/8/layout/pyramid1"/>
    <dgm:cxn modelId="{CFD00DE8-757C-4C66-944C-7C0920B483A0}" type="presParOf" srcId="{A6FB9FC1-194A-427C-AEA7-768C588D7C2E}" destId="{8FA42972-3FF2-41F2-9DC5-4AB90592088E}" srcOrd="0" destOrd="0" presId="urn:microsoft.com/office/officeart/2005/8/layout/pyramid1"/>
    <dgm:cxn modelId="{A8B38022-9101-4C10-82BB-C095C4DDE63D}" type="presParOf" srcId="{A6FB9FC1-194A-427C-AEA7-768C588D7C2E}" destId="{7AB8A287-C0A5-42AF-93A1-4C9902157560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9CECF66-2D38-45F1-A1F7-664980D74B02}" type="doc">
      <dgm:prSet loTypeId="urn:microsoft.com/office/officeart/2005/8/layout/process1" loCatId="process" qsTypeId="urn:microsoft.com/office/officeart/2005/8/quickstyle/simple1" qsCatId="simple" csTypeId="urn:microsoft.com/office/officeart/2005/8/colors/accent1_1" csCatId="accent1" phldr="1"/>
      <dgm:spPr/>
    </dgm:pt>
    <dgm:pt modelId="{0EDEB76B-520B-4231-9FDB-BBDB79D32292}">
      <dgm:prSet phldrT="[Text]" custT="1"/>
      <dgm:spPr/>
      <dgm:t>
        <a:bodyPr/>
        <a:lstStyle/>
        <a:p>
          <a:r>
            <a:rPr lang="mn-M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Байгууллагын өнөөгийн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mn-M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болон </a:t>
          </a:r>
          <a:r>
            <a:rPr lang="mn-MN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ирээдүйн</a:t>
          </a:r>
          <a:endParaRPr lang="en-US" sz="12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mn-MN" sz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хэрэгцээг </a:t>
          </a:r>
          <a:r>
            <a:rPr lang="mn-M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тодорхойлох.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44B0C0A-6147-4354-A806-5C1EB0C55EED}" type="parTrans" cxnId="{8A50B0E0-38E9-4CAF-8D09-37371EAC422A}">
      <dgm:prSet/>
      <dgm:spPr/>
      <dgm:t>
        <a:bodyPr/>
        <a:lstStyle/>
        <a:p>
          <a:endParaRPr lang="en-US"/>
        </a:p>
      </dgm:t>
    </dgm:pt>
    <dgm:pt modelId="{18662BF5-CB09-43DC-A290-BDB444359DC7}" type="sibTrans" cxnId="{8A50B0E0-38E9-4CAF-8D09-37371EAC422A}">
      <dgm:prSet/>
      <dgm:spPr/>
      <dgm:t>
        <a:bodyPr/>
        <a:lstStyle/>
        <a:p>
          <a:endParaRPr lang="en-US"/>
        </a:p>
      </dgm:t>
    </dgm:pt>
    <dgm:pt modelId="{D892BF3C-6768-4AAA-8244-DA38E466860E}">
      <dgm:prSet phldrT="[Text]" custT="1"/>
      <dgm:spPr/>
      <dgm:t>
        <a:bodyPr/>
        <a:lstStyle/>
        <a:p>
          <a:r>
            <a:rPr lang="mn-M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Ажлын үүрэг тус бүрийн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mn-M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ялгаатай сургалтын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r>
            <a:rPr lang="mn-MN" sz="1200" dirty="0">
              <a:latin typeface="Times New Roman" panose="02020603050405020304" pitchFamily="18" charset="0"/>
              <a:cs typeface="Times New Roman" panose="02020603050405020304" pitchFamily="18" charset="0"/>
            </a:rPr>
            <a:t>төлөвлөгөө</a:t>
          </a:r>
          <a:endParaRPr lang="en-US" sz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120660-F2AE-4FB5-8F8E-43062206BD0A}" type="parTrans" cxnId="{5E6926B7-0072-4DD8-B306-9D032EA7EB11}">
      <dgm:prSet/>
      <dgm:spPr/>
      <dgm:t>
        <a:bodyPr/>
        <a:lstStyle/>
        <a:p>
          <a:endParaRPr lang="en-US"/>
        </a:p>
      </dgm:t>
    </dgm:pt>
    <dgm:pt modelId="{F2464740-9BA3-40DB-8D7F-313276BB6855}" type="sibTrans" cxnId="{5E6926B7-0072-4DD8-B306-9D032EA7EB11}">
      <dgm:prSet/>
      <dgm:spPr/>
      <dgm:t>
        <a:bodyPr/>
        <a:lstStyle/>
        <a:p>
          <a:endParaRPr lang="en-US"/>
        </a:p>
      </dgm:t>
    </dgm:pt>
    <dgm:pt modelId="{3B67C106-B802-4624-91C5-A9E7A57FE6B7}" type="pres">
      <dgm:prSet presAssocID="{19CECF66-2D38-45F1-A1F7-664980D74B02}" presName="Name0" presStyleCnt="0">
        <dgm:presLayoutVars>
          <dgm:dir/>
          <dgm:resizeHandles val="exact"/>
        </dgm:presLayoutVars>
      </dgm:prSet>
      <dgm:spPr/>
    </dgm:pt>
    <dgm:pt modelId="{8D1328CA-B17E-450E-A312-F468A35328D0}" type="pres">
      <dgm:prSet presAssocID="{0EDEB76B-520B-4231-9FDB-BBDB79D32292}" presName="node" presStyleLbl="node1" presStyleIdx="0" presStyleCnt="2">
        <dgm:presLayoutVars>
          <dgm:bulletEnabled val="1"/>
        </dgm:presLayoutVars>
      </dgm:prSet>
      <dgm:spPr/>
    </dgm:pt>
    <dgm:pt modelId="{F9D87824-8330-459C-960C-98D919599512}" type="pres">
      <dgm:prSet presAssocID="{18662BF5-CB09-43DC-A290-BDB444359DC7}" presName="sibTrans" presStyleLbl="sibTrans2D1" presStyleIdx="0" presStyleCnt="1"/>
      <dgm:spPr/>
    </dgm:pt>
    <dgm:pt modelId="{209DDCE9-388F-4568-B755-F3E96A8FF686}" type="pres">
      <dgm:prSet presAssocID="{18662BF5-CB09-43DC-A290-BDB444359DC7}" presName="connectorText" presStyleLbl="sibTrans2D1" presStyleIdx="0" presStyleCnt="1"/>
      <dgm:spPr/>
    </dgm:pt>
    <dgm:pt modelId="{31F26F84-C664-4EF5-9FAC-A484B7FDE978}" type="pres">
      <dgm:prSet presAssocID="{D892BF3C-6768-4AAA-8244-DA38E466860E}" presName="node" presStyleLbl="node1" presStyleIdx="1" presStyleCnt="2">
        <dgm:presLayoutVars>
          <dgm:bulletEnabled val="1"/>
        </dgm:presLayoutVars>
      </dgm:prSet>
      <dgm:spPr/>
    </dgm:pt>
  </dgm:ptLst>
  <dgm:cxnLst>
    <dgm:cxn modelId="{C21A5030-B638-44A4-914D-E812C729C502}" type="presOf" srcId="{19CECF66-2D38-45F1-A1F7-664980D74B02}" destId="{3B67C106-B802-4624-91C5-A9E7A57FE6B7}" srcOrd="0" destOrd="0" presId="urn:microsoft.com/office/officeart/2005/8/layout/process1"/>
    <dgm:cxn modelId="{ABB2705F-F85B-4026-BD97-0D0180D92767}" type="presOf" srcId="{18662BF5-CB09-43DC-A290-BDB444359DC7}" destId="{209DDCE9-388F-4568-B755-F3E96A8FF686}" srcOrd="1" destOrd="0" presId="urn:microsoft.com/office/officeart/2005/8/layout/process1"/>
    <dgm:cxn modelId="{A34A0666-3FD8-4D61-A2A5-10A65B16A835}" type="presOf" srcId="{18662BF5-CB09-43DC-A290-BDB444359DC7}" destId="{F9D87824-8330-459C-960C-98D919599512}" srcOrd="0" destOrd="0" presId="urn:microsoft.com/office/officeart/2005/8/layout/process1"/>
    <dgm:cxn modelId="{2A7C3C50-43CC-44CE-B39C-0E9966EE2CDE}" type="presOf" srcId="{D892BF3C-6768-4AAA-8244-DA38E466860E}" destId="{31F26F84-C664-4EF5-9FAC-A484B7FDE978}" srcOrd="0" destOrd="0" presId="urn:microsoft.com/office/officeart/2005/8/layout/process1"/>
    <dgm:cxn modelId="{E12A40B5-CC08-43CB-B4C7-7BCED3B17030}" type="presOf" srcId="{0EDEB76B-520B-4231-9FDB-BBDB79D32292}" destId="{8D1328CA-B17E-450E-A312-F468A35328D0}" srcOrd="0" destOrd="0" presId="urn:microsoft.com/office/officeart/2005/8/layout/process1"/>
    <dgm:cxn modelId="{5E6926B7-0072-4DD8-B306-9D032EA7EB11}" srcId="{19CECF66-2D38-45F1-A1F7-664980D74B02}" destId="{D892BF3C-6768-4AAA-8244-DA38E466860E}" srcOrd="1" destOrd="0" parTransId="{EC120660-F2AE-4FB5-8F8E-43062206BD0A}" sibTransId="{F2464740-9BA3-40DB-8D7F-313276BB6855}"/>
    <dgm:cxn modelId="{8A50B0E0-38E9-4CAF-8D09-37371EAC422A}" srcId="{19CECF66-2D38-45F1-A1F7-664980D74B02}" destId="{0EDEB76B-520B-4231-9FDB-BBDB79D32292}" srcOrd="0" destOrd="0" parTransId="{244B0C0A-6147-4354-A806-5C1EB0C55EED}" sibTransId="{18662BF5-CB09-43DC-A290-BDB444359DC7}"/>
    <dgm:cxn modelId="{2AF1A1A2-A1A2-4516-B660-8A97CEE0BDA0}" type="presParOf" srcId="{3B67C106-B802-4624-91C5-A9E7A57FE6B7}" destId="{8D1328CA-B17E-450E-A312-F468A35328D0}" srcOrd="0" destOrd="0" presId="urn:microsoft.com/office/officeart/2005/8/layout/process1"/>
    <dgm:cxn modelId="{9B4A5869-73E9-4F76-80C7-9EF4DF545421}" type="presParOf" srcId="{3B67C106-B802-4624-91C5-A9E7A57FE6B7}" destId="{F9D87824-8330-459C-960C-98D919599512}" srcOrd="1" destOrd="0" presId="urn:microsoft.com/office/officeart/2005/8/layout/process1"/>
    <dgm:cxn modelId="{753A0A60-C0BD-4581-9B44-271D6BD086F0}" type="presParOf" srcId="{F9D87824-8330-459C-960C-98D919599512}" destId="{209DDCE9-388F-4568-B755-F3E96A8FF686}" srcOrd="0" destOrd="0" presId="urn:microsoft.com/office/officeart/2005/8/layout/process1"/>
    <dgm:cxn modelId="{E904E4BA-1BF7-4AE8-A93D-3719E0614D2A}" type="presParOf" srcId="{3B67C106-B802-4624-91C5-A9E7A57FE6B7}" destId="{31F26F84-C664-4EF5-9FAC-A484B7FDE978}" srcOrd="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399E503-2EC8-4FF1-BE2A-F9546C626864}" type="doc">
      <dgm:prSet loTypeId="urn:microsoft.com/office/officeart/2005/8/layout/target3" loCatId="relationship" qsTypeId="urn:microsoft.com/office/officeart/2005/8/quickstyle/simple1" qsCatId="simple" csTypeId="urn:microsoft.com/office/officeart/2005/8/colors/accent1_3" csCatId="accent1" phldr="1"/>
      <dgm:spPr/>
      <dgm:t>
        <a:bodyPr/>
        <a:lstStyle/>
        <a:p>
          <a:endParaRPr lang="en-US"/>
        </a:p>
      </dgm:t>
    </dgm:pt>
    <dgm:pt modelId="{654D4FFA-45D6-4C27-AFC9-951F8F02CD02}">
      <dgm:prSet phldrT="[Text]"/>
      <dgm:spPr/>
      <dgm:t>
        <a:bodyPr/>
        <a:lstStyle/>
        <a:p>
          <a:r>
            <a:rPr lang="mn-MN" dirty="0">
              <a:latin typeface="Times New Roman" panose="02020603050405020304" pitchFamily="18" charset="0"/>
              <a:cs typeface="Times New Roman" panose="02020603050405020304" pitchFamily="18" charset="0"/>
            </a:rPr>
            <a:t>Хүний нөөц, хөгжлийн стратеги</a:t>
          </a:r>
          <a:endParaRPr lang="en-US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7FE0135-2D68-45A6-9E6B-F46290C65042}" type="parTrans" cxnId="{C589A37A-36FF-48D8-B1DE-121E6521F193}">
      <dgm:prSet/>
      <dgm:spPr/>
      <dgm:t>
        <a:bodyPr/>
        <a:lstStyle/>
        <a:p>
          <a:endParaRPr lang="en-US"/>
        </a:p>
      </dgm:t>
    </dgm:pt>
    <dgm:pt modelId="{FE493BD5-09F9-450E-9060-9C279D225447}" type="sibTrans" cxnId="{C589A37A-36FF-48D8-B1DE-121E6521F193}">
      <dgm:prSet/>
      <dgm:spPr/>
      <dgm:t>
        <a:bodyPr/>
        <a:lstStyle/>
        <a:p>
          <a:endParaRPr lang="en-US"/>
        </a:p>
      </dgm:t>
    </dgm:pt>
    <dgm:pt modelId="{522B0D2D-2DFB-4221-9972-D17B8D33CF1B}">
      <dgm:prSet phldrT="[Text]"/>
      <dgm:spPr/>
      <dgm:t>
        <a:bodyPr/>
        <a:lstStyle/>
        <a:p>
          <a:r>
            <a:rPr lang="mn-MN">
              <a:latin typeface="Times New Roman" panose="02020603050405020304" pitchFamily="18" charset="0"/>
              <a:cs typeface="Times New Roman" panose="02020603050405020304" pitchFamily="18" charset="0"/>
            </a:rPr>
            <a:t>Урт хугацааны хүний нөөцийн хэрэгцээ шаардлага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E30907B-9F3B-46BB-BC02-DBA28543494B}" type="parTrans" cxnId="{ABDC29BB-0657-4C2D-9771-93A01F156349}">
      <dgm:prSet/>
      <dgm:spPr/>
      <dgm:t>
        <a:bodyPr/>
        <a:lstStyle/>
        <a:p>
          <a:endParaRPr lang="en-US"/>
        </a:p>
      </dgm:t>
    </dgm:pt>
    <dgm:pt modelId="{B6BC80B1-FD7E-44CC-BB53-C3F999736FF4}" type="sibTrans" cxnId="{ABDC29BB-0657-4C2D-9771-93A01F156349}">
      <dgm:prSet/>
      <dgm:spPr/>
      <dgm:t>
        <a:bodyPr/>
        <a:lstStyle/>
        <a:p>
          <a:endParaRPr lang="en-US"/>
        </a:p>
      </dgm:t>
    </dgm:pt>
    <dgm:pt modelId="{A93A54D5-D0A9-4442-9575-9A62B13737AD}">
      <dgm:prSet phldrT="[Text]"/>
      <dgm:spPr/>
      <dgm:t>
        <a:bodyPr/>
        <a:lstStyle/>
        <a:p>
          <a:r>
            <a:rPr lang="mn-MN">
              <a:latin typeface="Times New Roman" panose="02020603050405020304" pitchFamily="18" charset="0"/>
              <a:cs typeface="Times New Roman" panose="02020603050405020304" pitchFamily="18" charset="0"/>
            </a:rPr>
            <a:t>Богино хугацааны хүний нөөцийн хэрэгцээ шаардлага</a:t>
          </a:r>
          <a:endParaRPr lang="en-US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A0124FC-21FE-44F6-8EEB-A719475ADC3E}" type="parTrans" cxnId="{943CDDD0-AE28-4878-991C-B10E019FE87C}">
      <dgm:prSet/>
      <dgm:spPr/>
      <dgm:t>
        <a:bodyPr/>
        <a:lstStyle/>
        <a:p>
          <a:endParaRPr lang="en-US"/>
        </a:p>
      </dgm:t>
    </dgm:pt>
    <dgm:pt modelId="{87A0ACB0-1174-43EE-9B19-36A7D01BE74D}" type="sibTrans" cxnId="{943CDDD0-AE28-4878-991C-B10E019FE87C}">
      <dgm:prSet/>
      <dgm:spPr/>
      <dgm:t>
        <a:bodyPr/>
        <a:lstStyle/>
        <a:p>
          <a:endParaRPr lang="en-US"/>
        </a:p>
      </dgm:t>
    </dgm:pt>
    <dgm:pt modelId="{5A389974-5AC5-4369-921D-825F5D4067F0}" type="pres">
      <dgm:prSet presAssocID="{B399E503-2EC8-4FF1-BE2A-F9546C626864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79DF32FC-E487-4F05-BD0F-06631548E9AB}" type="pres">
      <dgm:prSet presAssocID="{654D4FFA-45D6-4C27-AFC9-951F8F02CD02}" presName="circle1" presStyleLbl="node1" presStyleIdx="0" presStyleCnt="3"/>
      <dgm:spPr/>
    </dgm:pt>
    <dgm:pt modelId="{4E05AA01-2F82-4F82-9C08-6253F89D31A6}" type="pres">
      <dgm:prSet presAssocID="{654D4FFA-45D6-4C27-AFC9-951F8F02CD02}" presName="space" presStyleCnt="0"/>
      <dgm:spPr/>
    </dgm:pt>
    <dgm:pt modelId="{A909FC02-914D-40A9-AF42-C59F2F2FE852}" type="pres">
      <dgm:prSet presAssocID="{654D4FFA-45D6-4C27-AFC9-951F8F02CD02}" presName="rect1" presStyleLbl="alignAcc1" presStyleIdx="0" presStyleCnt="3"/>
      <dgm:spPr/>
    </dgm:pt>
    <dgm:pt modelId="{939F9151-BBAA-4719-BF9F-D57ACED14012}" type="pres">
      <dgm:prSet presAssocID="{522B0D2D-2DFB-4221-9972-D17B8D33CF1B}" presName="vertSpace2" presStyleLbl="node1" presStyleIdx="0" presStyleCnt="3"/>
      <dgm:spPr/>
    </dgm:pt>
    <dgm:pt modelId="{B2EFBA10-E2C1-468C-9E59-BDEAA66A62A0}" type="pres">
      <dgm:prSet presAssocID="{522B0D2D-2DFB-4221-9972-D17B8D33CF1B}" presName="circle2" presStyleLbl="node1" presStyleIdx="1" presStyleCnt="3"/>
      <dgm:spPr/>
    </dgm:pt>
    <dgm:pt modelId="{AF93B34F-A33B-44DA-894C-0F5511F64C3B}" type="pres">
      <dgm:prSet presAssocID="{522B0D2D-2DFB-4221-9972-D17B8D33CF1B}" presName="rect2" presStyleLbl="alignAcc1" presStyleIdx="1" presStyleCnt="3"/>
      <dgm:spPr/>
    </dgm:pt>
    <dgm:pt modelId="{7875C321-7E73-4D60-8DB4-9F256A5EEFBE}" type="pres">
      <dgm:prSet presAssocID="{A93A54D5-D0A9-4442-9575-9A62B13737AD}" presName="vertSpace3" presStyleLbl="node1" presStyleIdx="1" presStyleCnt="3"/>
      <dgm:spPr/>
    </dgm:pt>
    <dgm:pt modelId="{3998748C-4E6F-4230-BB7F-655C75A531BD}" type="pres">
      <dgm:prSet presAssocID="{A93A54D5-D0A9-4442-9575-9A62B13737AD}" presName="circle3" presStyleLbl="node1" presStyleIdx="2" presStyleCnt="3"/>
      <dgm:spPr/>
    </dgm:pt>
    <dgm:pt modelId="{820528F2-F5B7-4A00-BB65-6CB08E0845FC}" type="pres">
      <dgm:prSet presAssocID="{A93A54D5-D0A9-4442-9575-9A62B13737AD}" presName="rect3" presStyleLbl="alignAcc1" presStyleIdx="2" presStyleCnt="3"/>
      <dgm:spPr/>
    </dgm:pt>
    <dgm:pt modelId="{A2D70B3D-F85E-4737-9579-CC5D2BAA593C}" type="pres">
      <dgm:prSet presAssocID="{654D4FFA-45D6-4C27-AFC9-951F8F02CD02}" presName="rect1ParTxNoCh" presStyleLbl="alignAcc1" presStyleIdx="2" presStyleCnt="3">
        <dgm:presLayoutVars>
          <dgm:chMax val="1"/>
          <dgm:bulletEnabled val="1"/>
        </dgm:presLayoutVars>
      </dgm:prSet>
      <dgm:spPr/>
    </dgm:pt>
    <dgm:pt modelId="{16721155-84CC-4D6E-8F94-5BD61E140B7D}" type="pres">
      <dgm:prSet presAssocID="{522B0D2D-2DFB-4221-9972-D17B8D33CF1B}" presName="rect2ParTxNoCh" presStyleLbl="alignAcc1" presStyleIdx="2" presStyleCnt="3">
        <dgm:presLayoutVars>
          <dgm:chMax val="1"/>
          <dgm:bulletEnabled val="1"/>
        </dgm:presLayoutVars>
      </dgm:prSet>
      <dgm:spPr/>
    </dgm:pt>
    <dgm:pt modelId="{E8C89CE0-CF03-4A84-896A-EB80FD987F33}" type="pres">
      <dgm:prSet presAssocID="{A93A54D5-D0A9-4442-9575-9A62B13737AD}" presName="rect3ParTxNoCh" presStyleLbl="alignAcc1" presStyleIdx="2" presStyleCnt="3">
        <dgm:presLayoutVars>
          <dgm:chMax val="1"/>
          <dgm:bulletEnabled val="1"/>
        </dgm:presLayoutVars>
      </dgm:prSet>
      <dgm:spPr/>
    </dgm:pt>
  </dgm:ptLst>
  <dgm:cxnLst>
    <dgm:cxn modelId="{C9E73302-CB4D-4A64-9580-1E7AE5CE1E68}" type="presOf" srcId="{522B0D2D-2DFB-4221-9972-D17B8D33CF1B}" destId="{16721155-84CC-4D6E-8F94-5BD61E140B7D}" srcOrd="1" destOrd="0" presId="urn:microsoft.com/office/officeart/2005/8/layout/target3"/>
    <dgm:cxn modelId="{820D6808-3517-4A94-B8FB-38A72E7DF006}" type="presOf" srcId="{A93A54D5-D0A9-4442-9575-9A62B13737AD}" destId="{820528F2-F5B7-4A00-BB65-6CB08E0845FC}" srcOrd="0" destOrd="0" presId="urn:microsoft.com/office/officeart/2005/8/layout/target3"/>
    <dgm:cxn modelId="{5DE9C819-079B-4058-94D8-9610F5B93322}" type="presOf" srcId="{522B0D2D-2DFB-4221-9972-D17B8D33CF1B}" destId="{AF93B34F-A33B-44DA-894C-0F5511F64C3B}" srcOrd="0" destOrd="0" presId="urn:microsoft.com/office/officeart/2005/8/layout/target3"/>
    <dgm:cxn modelId="{0BA5E64E-A137-4A35-AC20-D5647B656E43}" type="presOf" srcId="{A93A54D5-D0A9-4442-9575-9A62B13737AD}" destId="{E8C89CE0-CF03-4A84-896A-EB80FD987F33}" srcOrd="1" destOrd="0" presId="urn:microsoft.com/office/officeart/2005/8/layout/target3"/>
    <dgm:cxn modelId="{ABFC4E54-B551-4CFF-BDE7-AACE3BBE632E}" type="presOf" srcId="{B399E503-2EC8-4FF1-BE2A-F9546C626864}" destId="{5A389974-5AC5-4369-921D-825F5D4067F0}" srcOrd="0" destOrd="0" presId="urn:microsoft.com/office/officeart/2005/8/layout/target3"/>
    <dgm:cxn modelId="{C589A37A-36FF-48D8-B1DE-121E6521F193}" srcId="{B399E503-2EC8-4FF1-BE2A-F9546C626864}" destId="{654D4FFA-45D6-4C27-AFC9-951F8F02CD02}" srcOrd="0" destOrd="0" parTransId="{37FE0135-2D68-45A6-9E6B-F46290C65042}" sibTransId="{FE493BD5-09F9-450E-9060-9C279D225447}"/>
    <dgm:cxn modelId="{DA8F7684-54F7-4324-B42A-617226A152E7}" type="presOf" srcId="{654D4FFA-45D6-4C27-AFC9-951F8F02CD02}" destId="{A909FC02-914D-40A9-AF42-C59F2F2FE852}" srcOrd="0" destOrd="0" presId="urn:microsoft.com/office/officeart/2005/8/layout/target3"/>
    <dgm:cxn modelId="{0175BA95-0561-4C44-9B09-F19254C897B6}" type="presOf" srcId="{654D4FFA-45D6-4C27-AFC9-951F8F02CD02}" destId="{A2D70B3D-F85E-4737-9579-CC5D2BAA593C}" srcOrd="1" destOrd="0" presId="urn:microsoft.com/office/officeart/2005/8/layout/target3"/>
    <dgm:cxn modelId="{ABDC29BB-0657-4C2D-9771-93A01F156349}" srcId="{B399E503-2EC8-4FF1-BE2A-F9546C626864}" destId="{522B0D2D-2DFB-4221-9972-D17B8D33CF1B}" srcOrd="1" destOrd="0" parTransId="{EE30907B-9F3B-46BB-BC02-DBA28543494B}" sibTransId="{B6BC80B1-FD7E-44CC-BB53-C3F999736FF4}"/>
    <dgm:cxn modelId="{943CDDD0-AE28-4878-991C-B10E019FE87C}" srcId="{B399E503-2EC8-4FF1-BE2A-F9546C626864}" destId="{A93A54D5-D0A9-4442-9575-9A62B13737AD}" srcOrd="2" destOrd="0" parTransId="{DA0124FC-21FE-44F6-8EEB-A719475ADC3E}" sibTransId="{87A0ACB0-1174-43EE-9B19-36A7D01BE74D}"/>
    <dgm:cxn modelId="{7CEAC6AD-1C3B-4705-A5BA-148F6E3AB7E0}" type="presParOf" srcId="{5A389974-5AC5-4369-921D-825F5D4067F0}" destId="{79DF32FC-E487-4F05-BD0F-06631548E9AB}" srcOrd="0" destOrd="0" presId="urn:microsoft.com/office/officeart/2005/8/layout/target3"/>
    <dgm:cxn modelId="{00A97698-9F0B-48F2-B053-43AC95F5FB7F}" type="presParOf" srcId="{5A389974-5AC5-4369-921D-825F5D4067F0}" destId="{4E05AA01-2F82-4F82-9C08-6253F89D31A6}" srcOrd="1" destOrd="0" presId="urn:microsoft.com/office/officeart/2005/8/layout/target3"/>
    <dgm:cxn modelId="{7CC4ABD5-9586-4B3D-B8D2-311DC515A49F}" type="presParOf" srcId="{5A389974-5AC5-4369-921D-825F5D4067F0}" destId="{A909FC02-914D-40A9-AF42-C59F2F2FE852}" srcOrd="2" destOrd="0" presId="urn:microsoft.com/office/officeart/2005/8/layout/target3"/>
    <dgm:cxn modelId="{CB95057F-623F-4090-BD27-E57705C2AB76}" type="presParOf" srcId="{5A389974-5AC5-4369-921D-825F5D4067F0}" destId="{939F9151-BBAA-4719-BF9F-D57ACED14012}" srcOrd="3" destOrd="0" presId="urn:microsoft.com/office/officeart/2005/8/layout/target3"/>
    <dgm:cxn modelId="{EC2C2122-1432-491B-9FE3-8B6FE6DA5F2E}" type="presParOf" srcId="{5A389974-5AC5-4369-921D-825F5D4067F0}" destId="{B2EFBA10-E2C1-468C-9E59-BDEAA66A62A0}" srcOrd="4" destOrd="0" presId="urn:microsoft.com/office/officeart/2005/8/layout/target3"/>
    <dgm:cxn modelId="{8A136E9E-D77F-416F-8250-F78EF99887F5}" type="presParOf" srcId="{5A389974-5AC5-4369-921D-825F5D4067F0}" destId="{AF93B34F-A33B-44DA-894C-0F5511F64C3B}" srcOrd="5" destOrd="0" presId="urn:microsoft.com/office/officeart/2005/8/layout/target3"/>
    <dgm:cxn modelId="{DBF8D058-62DD-444B-B8C5-A79E33923EAF}" type="presParOf" srcId="{5A389974-5AC5-4369-921D-825F5D4067F0}" destId="{7875C321-7E73-4D60-8DB4-9F256A5EEFBE}" srcOrd="6" destOrd="0" presId="urn:microsoft.com/office/officeart/2005/8/layout/target3"/>
    <dgm:cxn modelId="{281972E3-B854-4B09-B76B-B95569ED3AFD}" type="presParOf" srcId="{5A389974-5AC5-4369-921D-825F5D4067F0}" destId="{3998748C-4E6F-4230-BB7F-655C75A531BD}" srcOrd="7" destOrd="0" presId="urn:microsoft.com/office/officeart/2005/8/layout/target3"/>
    <dgm:cxn modelId="{26E86805-CEC5-45F2-9C63-C77C99A98DBA}" type="presParOf" srcId="{5A389974-5AC5-4369-921D-825F5D4067F0}" destId="{820528F2-F5B7-4A00-BB65-6CB08E0845FC}" srcOrd="8" destOrd="0" presId="urn:microsoft.com/office/officeart/2005/8/layout/target3"/>
    <dgm:cxn modelId="{A4EBEFB2-709A-4904-BCF2-FFAB924E0EB7}" type="presParOf" srcId="{5A389974-5AC5-4369-921D-825F5D4067F0}" destId="{A2D70B3D-F85E-4737-9579-CC5D2BAA593C}" srcOrd="9" destOrd="0" presId="urn:microsoft.com/office/officeart/2005/8/layout/target3"/>
    <dgm:cxn modelId="{F6A02BEF-F466-4ADA-A429-AD0008C26CA7}" type="presParOf" srcId="{5A389974-5AC5-4369-921D-825F5D4067F0}" destId="{16721155-84CC-4D6E-8F94-5BD61E140B7D}" srcOrd="10" destOrd="0" presId="urn:microsoft.com/office/officeart/2005/8/layout/target3"/>
    <dgm:cxn modelId="{51998D89-41E9-40DC-8590-FACEB1B2DCB0}" type="presParOf" srcId="{5A389974-5AC5-4369-921D-825F5D4067F0}" destId="{E8C89CE0-CF03-4A84-896A-EB80FD987F33}" srcOrd="11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351FCF-8E56-4043-BF94-BBF94BA3063D}">
      <dsp:nvSpPr>
        <dsp:cNvPr id="0" name=""/>
        <dsp:cNvSpPr/>
      </dsp:nvSpPr>
      <dsp:spPr>
        <a:xfrm>
          <a:off x="117270" y="278"/>
          <a:ext cx="1591708" cy="4143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050" kern="1200">
              <a:latin typeface="Times New Roman" panose="02020603050405020304" pitchFamily="18" charset="0"/>
              <a:cs typeface="Times New Roman" panose="02020603050405020304" pitchFamily="18" charset="0"/>
            </a:rPr>
            <a:t>Хүссэн ур чадвар</a:t>
          </a:r>
          <a:endParaRPr lang="en-US" sz="105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37497" y="20505"/>
        <a:ext cx="1551254" cy="373888"/>
      </dsp:txXfrm>
    </dsp:sp>
    <dsp:sp modelId="{410AC157-9E12-43CC-8699-71D7B4E2CC6B}">
      <dsp:nvSpPr>
        <dsp:cNvPr id="0" name=""/>
        <dsp:cNvSpPr/>
      </dsp:nvSpPr>
      <dsp:spPr>
        <a:xfrm>
          <a:off x="1742623" y="87290"/>
          <a:ext cx="240318" cy="240318"/>
        </a:xfrm>
        <a:prstGeom prst="mathMinus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5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774477" y="179188"/>
        <a:ext cx="176610" cy="56522"/>
      </dsp:txXfrm>
    </dsp:sp>
    <dsp:sp modelId="{CA7977B7-D963-4ACC-ABCF-6B225615F732}">
      <dsp:nvSpPr>
        <dsp:cNvPr id="0" name=""/>
        <dsp:cNvSpPr/>
      </dsp:nvSpPr>
      <dsp:spPr>
        <a:xfrm>
          <a:off x="2016586" y="278"/>
          <a:ext cx="1545215" cy="41434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0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Одоогийн ур чадвар</a:t>
          </a:r>
          <a:endParaRPr lang="en-US" sz="10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36813" y="20505"/>
        <a:ext cx="1504761" cy="373888"/>
      </dsp:txXfrm>
    </dsp:sp>
    <dsp:sp modelId="{83074E4D-8328-4971-BE86-278E749CCDDD}">
      <dsp:nvSpPr>
        <dsp:cNvPr id="0" name=""/>
        <dsp:cNvSpPr/>
      </dsp:nvSpPr>
      <dsp:spPr>
        <a:xfrm>
          <a:off x="3595446" y="87290"/>
          <a:ext cx="240318" cy="240318"/>
        </a:xfrm>
        <a:prstGeom prst="mathEqual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5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27300" y="136796"/>
        <a:ext cx="176610" cy="141306"/>
      </dsp:txXfrm>
    </dsp:sp>
    <dsp:sp modelId="{FF6583A0-73D4-475C-BCC3-811E7997351A}">
      <dsp:nvSpPr>
        <dsp:cNvPr id="0" name=""/>
        <dsp:cNvSpPr/>
      </dsp:nvSpPr>
      <dsp:spPr>
        <a:xfrm>
          <a:off x="3877876" y="0"/>
          <a:ext cx="1532494" cy="414342"/>
        </a:xfrm>
        <a:prstGeom prst="roundRect">
          <a:avLst/>
        </a:prstGeom>
        <a:solidFill>
          <a:schemeClr val="accent1">
            <a:lumMod val="40000"/>
            <a:lumOff val="6000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05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Сургалтын хэрэгцээ</a:t>
          </a:r>
          <a:endParaRPr lang="en-US" sz="105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98103" y="20227"/>
        <a:ext cx="1492040" cy="3738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94B5E4-E519-44B5-BF7F-63023495F4AF}">
      <dsp:nvSpPr>
        <dsp:cNvPr id="0" name=""/>
        <dsp:cNvSpPr/>
      </dsp:nvSpPr>
      <dsp:spPr>
        <a:xfrm>
          <a:off x="1058873" y="0"/>
          <a:ext cx="1058873" cy="644012"/>
        </a:xfrm>
        <a:prstGeom prst="trapezoid">
          <a:avLst>
            <a:gd name="adj" fmla="val 82209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Ахисан </a:t>
          </a:r>
          <a:endParaRPr lang="en-US" sz="10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058873" y="0"/>
        <a:ext cx="1058873" cy="644012"/>
      </dsp:txXfrm>
    </dsp:sp>
    <dsp:sp modelId="{F652BE99-5797-418F-9990-776A72BF65D1}">
      <dsp:nvSpPr>
        <dsp:cNvPr id="0" name=""/>
        <dsp:cNvSpPr/>
      </dsp:nvSpPr>
      <dsp:spPr>
        <a:xfrm>
          <a:off x="529436" y="644012"/>
          <a:ext cx="2117747" cy="644012"/>
        </a:xfrm>
        <a:prstGeom prst="trapezoid">
          <a:avLst>
            <a:gd name="adj" fmla="val 82209"/>
          </a:avLst>
        </a:prstGeom>
        <a:solidFill>
          <a:schemeClr val="accent1">
            <a:shade val="80000"/>
            <a:hueOff val="195150"/>
            <a:satOff val="7502"/>
            <a:lumOff val="122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Дунд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900042" y="644012"/>
        <a:ext cx="1376535" cy="644012"/>
      </dsp:txXfrm>
    </dsp:sp>
    <dsp:sp modelId="{8FA42972-3FF2-41F2-9DC5-4AB90592088E}">
      <dsp:nvSpPr>
        <dsp:cNvPr id="0" name=""/>
        <dsp:cNvSpPr/>
      </dsp:nvSpPr>
      <dsp:spPr>
        <a:xfrm>
          <a:off x="0" y="1288025"/>
          <a:ext cx="3176620" cy="644012"/>
        </a:xfrm>
        <a:prstGeom prst="trapezoid">
          <a:avLst>
            <a:gd name="adj" fmla="val 82209"/>
          </a:avLst>
        </a:prstGeom>
        <a:solidFill>
          <a:schemeClr val="accent1">
            <a:shade val="80000"/>
            <a:hueOff val="390300"/>
            <a:satOff val="15005"/>
            <a:lumOff val="244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Анхан</a:t>
          </a:r>
          <a:endParaRPr lang="en-US" sz="1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5908" y="1288025"/>
        <a:ext cx="2064803" cy="644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1328CA-B17E-450E-A312-F468A35328D0}">
      <dsp:nvSpPr>
        <dsp:cNvPr id="0" name=""/>
        <dsp:cNvSpPr/>
      </dsp:nvSpPr>
      <dsp:spPr>
        <a:xfrm>
          <a:off x="3519" y="0"/>
          <a:ext cx="2142632" cy="68799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Байгууллагын өнөөгийн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болон </a:t>
          </a:r>
          <a:r>
            <a:rPr lang="mn-MN" sz="12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ирээдүйн</a:t>
          </a:r>
          <a:endParaRPr lang="en-US" sz="1200" kern="1200" dirty="0">
            <a:solidFill>
              <a:srgbClr val="FF0000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kern="1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хэрэгцээг </a:t>
          </a:r>
          <a:r>
            <a:rPr lang="mn-M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тодорхойлох.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3670" y="20151"/>
        <a:ext cx="2102330" cy="647696"/>
      </dsp:txXfrm>
    </dsp:sp>
    <dsp:sp modelId="{F9D87824-8330-459C-960C-98D919599512}">
      <dsp:nvSpPr>
        <dsp:cNvPr id="0" name=""/>
        <dsp:cNvSpPr/>
      </dsp:nvSpPr>
      <dsp:spPr>
        <a:xfrm>
          <a:off x="2360414" y="78312"/>
          <a:ext cx="454237" cy="5313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2360414" y="184586"/>
        <a:ext cx="317966" cy="318824"/>
      </dsp:txXfrm>
    </dsp:sp>
    <dsp:sp modelId="{31F26F84-C664-4EF5-9FAC-A484B7FDE978}">
      <dsp:nvSpPr>
        <dsp:cNvPr id="0" name=""/>
        <dsp:cNvSpPr/>
      </dsp:nvSpPr>
      <dsp:spPr>
        <a:xfrm>
          <a:off x="3003203" y="0"/>
          <a:ext cx="2142632" cy="68799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Ажлын үүрэг тус бүрийн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ялгаатай сургалтын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төлөвлөгөө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023354" y="20151"/>
        <a:ext cx="2102330" cy="64769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DF32FC-E487-4F05-BD0F-06631548E9AB}">
      <dsp:nvSpPr>
        <dsp:cNvPr id="0" name=""/>
        <dsp:cNvSpPr/>
      </dsp:nvSpPr>
      <dsp:spPr>
        <a:xfrm>
          <a:off x="0" y="0"/>
          <a:ext cx="891117" cy="891117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09FC02-914D-40A9-AF42-C59F2F2FE852}">
      <dsp:nvSpPr>
        <dsp:cNvPr id="0" name=""/>
        <dsp:cNvSpPr/>
      </dsp:nvSpPr>
      <dsp:spPr>
        <a:xfrm>
          <a:off x="445558" y="0"/>
          <a:ext cx="4636064" cy="89111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Хүний нөөц, хөгжлийн стратеги</a:t>
          </a:r>
          <a:endParaRPr lang="en-US" sz="12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5558" y="0"/>
        <a:ext cx="4636064" cy="267335"/>
      </dsp:txXfrm>
    </dsp:sp>
    <dsp:sp modelId="{B2EFBA10-E2C1-468C-9E59-BDEAA66A62A0}">
      <dsp:nvSpPr>
        <dsp:cNvPr id="0" name=""/>
        <dsp:cNvSpPr/>
      </dsp:nvSpPr>
      <dsp:spPr>
        <a:xfrm>
          <a:off x="155945" y="267335"/>
          <a:ext cx="579225" cy="57922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shade val="80000"/>
            <a:hueOff val="195150"/>
            <a:satOff val="7502"/>
            <a:lumOff val="122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93B34F-A33B-44DA-894C-0F5511F64C3B}">
      <dsp:nvSpPr>
        <dsp:cNvPr id="0" name=""/>
        <dsp:cNvSpPr/>
      </dsp:nvSpPr>
      <dsp:spPr>
        <a:xfrm>
          <a:off x="445558" y="267335"/>
          <a:ext cx="4636064" cy="5792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195150"/>
              <a:satOff val="7502"/>
              <a:lumOff val="122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Урт хугацааны хүний нөөцийн хэрэгцээ шаардлага</a:t>
          </a:r>
          <a:endParaRPr 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5558" y="267335"/>
        <a:ext cx="4636064" cy="267334"/>
      </dsp:txXfrm>
    </dsp:sp>
    <dsp:sp modelId="{3998748C-4E6F-4230-BB7F-655C75A531BD}">
      <dsp:nvSpPr>
        <dsp:cNvPr id="0" name=""/>
        <dsp:cNvSpPr/>
      </dsp:nvSpPr>
      <dsp:spPr>
        <a:xfrm>
          <a:off x="311891" y="534670"/>
          <a:ext cx="267334" cy="267334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shade val="80000"/>
            <a:hueOff val="390300"/>
            <a:satOff val="15005"/>
            <a:lumOff val="2442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528F2-F5B7-4A00-BB65-6CB08E0845FC}">
      <dsp:nvSpPr>
        <dsp:cNvPr id="0" name=""/>
        <dsp:cNvSpPr/>
      </dsp:nvSpPr>
      <dsp:spPr>
        <a:xfrm>
          <a:off x="445558" y="534670"/>
          <a:ext cx="4636064" cy="26733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390300"/>
              <a:satOff val="15005"/>
              <a:lumOff val="244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mn-MN" sz="1200" kern="1200">
              <a:latin typeface="Times New Roman" panose="02020603050405020304" pitchFamily="18" charset="0"/>
              <a:cs typeface="Times New Roman" panose="02020603050405020304" pitchFamily="18" charset="0"/>
            </a:rPr>
            <a:t>Богино хугацааны хүний нөөцийн хэрэгцээ шаардлага</a:t>
          </a:r>
          <a:endParaRPr lang="en-US" sz="12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45558" y="534670"/>
        <a:ext cx="4636064" cy="2673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52475"/>
            <a:ext cx="6675437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p5:notes"/>
          <p:cNvSpPr txBox="1">
            <a:spLocks noGrp="1"/>
          </p:cNvSpPr>
          <p:nvPr>
            <p:ph type="body" idx="1"/>
          </p:nvPr>
        </p:nvSpPr>
        <p:spPr>
          <a:xfrm>
            <a:off x="688817" y="4759644"/>
            <a:ext cx="5510530" cy="450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34" tIns="96634" rIns="96634" bIns="96634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6345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>
          <a:extLst>
            <a:ext uri="{FF2B5EF4-FFF2-40B4-BE49-F238E27FC236}">
              <a16:creationId xmlns:a16="http://schemas.microsoft.com/office/drawing/2014/main" id="{E8BF283E-B55C-E816-C0C3-12ABF2DB9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7:notes">
            <a:extLst>
              <a:ext uri="{FF2B5EF4-FFF2-40B4-BE49-F238E27FC236}">
                <a16:creationId xmlns:a16="http://schemas.microsoft.com/office/drawing/2014/main" id="{E25C7008-5707-2AC4-C04E-E7747EFC32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817" y="4822270"/>
            <a:ext cx="5510530" cy="3945493"/>
          </a:xfrm>
          <a:prstGeom prst="rect">
            <a:avLst/>
          </a:prstGeom>
        </p:spPr>
        <p:txBody>
          <a:bodyPr spcFirstLastPara="1" wrap="square" lIns="96634" tIns="48304" rIns="96634" bIns="48304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277" name="Google Shape;277;p7:notes">
            <a:extLst>
              <a:ext uri="{FF2B5EF4-FFF2-40B4-BE49-F238E27FC236}">
                <a16:creationId xmlns:a16="http://schemas.microsoft.com/office/drawing/2014/main" id="{1179643F-1B44-8351-205E-DEF7D57CD7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10270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52475"/>
            <a:ext cx="6675437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6:notes"/>
          <p:cNvSpPr txBox="1">
            <a:spLocks noGrp="1"/>
          </p:cNvSpPr>
          <p:nvPr>
            <p:ph type="body" idx="1"/>
          </p:nvPr>
        </p:nvSpPr>
        <p:spPr>
          <a:xfrm>
            <a:off x="688817" y="4759644"/>
            <a:ext cx="5510530" cy="450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34" tIns="96634" rIns="96634" bIns="96634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3:notes"/>
          <p:cNvSpPr txBox="1">
            <a:spLocks noGrp="1"/>
          </p:cNvSpPr>
          <p:nvPr>
            <p:ph type="body" idx="1"/>
          </p:nvPr>
        </p:nvSpPr>
        <p:spPr>
          <a:xfrm>
            <a:off x="688817" y="4822270"/>
            <a:ext cx="5510530" cy="3945493"/>
          </a:xfrm>
          <a:prstGeom prst="rect">
            <a:avLst/>
          </a:prstGeom>
        </p:spPr>
        <p:txBody>
          <a:bodyPr spcFirstLastPara="1" wrap="square" lIns="96634" tIns="48304" rIns="96634" bIns="48304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20" name="Google Shape;4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2:notes"/>
          <p:cNvSpPr txBox="1">
            <a:spLocks noGrp="1"/>
          </p:cNvSpPr>
          <p:nvPr>
            <p:ph type="body" idx="1"/>
          </p:nvPr>
        </p:nvSpPr>
        <p:spPr>
          <a:xfrm>
            <a:off x="688817" y="4822270"/>
            <a:ext cx="5510530" cy="3945493"/>
          </a:xfrm>
          <a:prstGeom prst="rect">
            <a:avLst/>
          </a:prstGeom>
        </p:spPr>
        <p:txBody>
          <a:bodyPr spcFirstLastPara="1" wrap="square" lIns="96634" tIns="48304" rIns="96634" bIns="48304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12" name="Google Shape;41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0666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>
          <a:extLst>
            <a:ext uri="{FF2B5EF4-FFF2-40B4-BE49-F238E27FC236}">
              <a16:creationId xmlns:a16="http://schemas.microsoft.com/office/drawing/2014/main" id="{7596FD88-E969-E936-81CC-8C38E4F95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:notes">
            <a:extLst>
              <a:ext uri="{FF2B5EF4-FFF2-40B4-BE49-F238E27FC236}">
                <a16:creationId xmlns:a16="http://schemas.microsoft.com/office/drawing/2014/main" id="{231408AD-DD43-1E97-3635-71382B254EE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52475"/>
            <a:ext cx="6675437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10:notes">
            <a:extLst>
              <a:ext uri="{FF2B5EF4-FFF2-40B4-BE49-F238E27FC236}">
                <a16:creationId xmlns:a16="http://schemas.microsoft.com/office/drawing/2014/main" id="{CEBF03CF-6595-6F9C-D609-7C8B20F66D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8817" y="4759644"/>
            <a:ext cx="5510530" cy="450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34" tIns="96634" rIns="96634" bIns="96634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57998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52475"/>
            <a:ext cx="6675437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11:notes"/>
          <p:cNvSpPr txBox="1">
            <a:spLocks noGrp="1"/>
          </p:cNvSpPr>
          <p:nvPr>
            <p:ph type="body" idx="1"/>
          </p:nvPr>
        </p:nvSpPr>
        <p:spPr>
          <a:xfrm>
            <a:off x="688817" y="4759644"/>
            <a:ext cx="5510530" cy="450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34" tIns="96634" rIns="96634" bIns="96634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46735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1190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52475"/>
            <a:ext cx="6675437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p10:notes"/>
          <p:cNvSpPr txBox="1">
            <a:spLocks noGrp="1"/>
          </p:cNvSpPr>
          <p:nvPr>
            <p:ph type="body" idx="1"/>
          </p:nvPr>
        </p:nvSpPr>
        <p:spPr>
          <a:xfrm>
            <a:off x="688817" y="4759644"/>
            <a:ext cx="5510530" cy="450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34" tIns="96634" rIns="96634" bIns="96634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05363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52475"/>
            <a:ext cx="6675437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11:notes"/>
          <p:cNvSpPr txBox="1">
            <a:spLocks noGrp="1"/>
          </p:cNvSpPr>
          <p:nvPr>
            <p:ph type="body" idx="1"/>
          </p:nvPr>
        </p:nvSpPr>
        <p:spPr>
          <a:xfrm>
            <a:off x="688817" y="4759644"/>
            <a:ext cx="5510530" cy="450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34" tIns="96634" rIns="96634" bIns="96634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49511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6363" y="752475"/>
            <a:ext cx="6675437" cy="3756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p11:notes"/>
          <p:cNvSpPr txBox="1">
            <a:spLocks noGrp="1"/>
          </p:cNvSpPr>
          <p:nvPr>
            <p:ph type="body" idx="1"/>
          </p:nvPr>
        </p:nvSpPr>
        <p:spPr>
          <a:xfrm>
            <a:off x="688817" y="4759644"/>
            <a:ext cx="5510530" cy="450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34" tIns="96634" rIns="96634" bIns="96634" anchor="t" anchorCtr="0">
            <a:noAutofit/>
          </a:bodyPr>
          <a:lstStyle/>
          <a:p>
            <a:pPr marL="0" indent="0">
              <a:buClr>
                <a:schemeClr val="dk1"/>
              </a:buClr>
              <a:buSzPts val="12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20341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15:notes"/>
          <p:cNvSpPr txBox="1">
            <a:spLocks noGrp="1"/>
          </p:cNvSpPr>
          <p:nvPr>
            <p:ph type="body" idx="1"/>
          </p:nvPr>
        </p:nvSpPr>
        <p:spPr>
          <a:xfrm>
            <a:off x="688817" y="4822270"/>
            <a:ext cx="5510530" cy="3945493"/>
          </a:xfrm>
          <a:prstGeom prst="rect">
            <a:avLst/>
          </a:prstGeom>
        </p:spPr>
        <p:txBody>
          <a:bodyPr spcFirstLastPara="1" wrap="square" lIns="96634" tIns="48304" rIns="96634" bIns="48304" anchor="t" anchorCtr="0">
            <a:noAutofit/>
          </a:bodyPr>
          <a:lstStyle/>
          <a:p>
            <a:pPr marL="0" indent="0"/>
            <a:endParaRPr/>
          </a:p>
        </p:txBody>
      </p:sp>
      <p:sp>
        <p:nvSpPr>
          <p:cNvPr id="450" name="Google Shape;45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2.png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2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2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2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2.xml"/></Relationships>
</file>

<file path=ppt/slideLayouts/_rels/slideLayout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2.xml"/></Relationships>
</file>

<file path=ppt/slideLayouts/_rels/slideLayout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red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subTitle" idx="1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>
              <a:solidFill>
                <a:schemeClr val="lt1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2"/>
          </p:nvPr>
        </p:nvSpPr>
        <p:spPr>
          <a:xfrm>
            <a:off x="1562794" y="3511275"/>
            <a:ext cx="15303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3"/>
          </p:nvPr>
        </p:nvSpPr>
        <p:spPr>
          <a:xfrm>
            <a:off x="3353888" y="3511275"/>
            <a:ext cx="1530300" cy="4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7" name="Google Shape;57;p1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">
  <p:cSld name="Interior title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 txBox="1">
            <a:spLocks noGrp="1"/>
          </p:cNvSpPr>
          <p:nvPr>
            <p:ph type="subTitle" idx="1"/>
          </p:nvPr>
        </p:nvSpPr>
        <p:spPr>
          <a:xfrm>
            <a:off x="335831" y="41581"/>
            <a:ext cx="3861675" cy="612225"/>
          </a:xfrm>
          <a:prstGeom prst="rect">
            <a:avLst/>
          </a:prstGeom>
        </p:spPr>
        <p:txBody>
          <a:bodyPr spcFirstLastPara="1" wrap="square" lIns="438900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5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5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5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5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5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5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5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5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50"/>
            </a:lvl9pPr>
          </a:lstStyle>
          <a:p>
            <a:endParaRPr/>
          </a:p>
        </p:txBody>
      </p:sp>
      <p:cxnSp>
        <p:nvCxnSpPr>
          <p:cNvPr id="134" name="Google Shape;134;p14"/>
          <p:cNvCxnSpPr/>
          <p:nvPr/>
        </p:nvCxnSpPr>
        <p:spPr>
          <a:xfrm rot="10800000">
            <a:off x="335831" y="75"/>
            <a:ext cx="0" cy="664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5" name="Google Shape;135;p14"/>
          <p:cNvCxnSpPr/>
          <p:nvPr/>
        </p:nvCxnSpPr>
        <p:spPr>
          <a:xfrm rot="10800000">
            <a:off x="335825" y="4801050"/>
            <a:ext cx="0" cy="34245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" name="Google Shape;136;p1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75" cy="10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137" name="Google Shape;137;p14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59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4"/>
          <p:cNvSpPr txBox="1">
            <a:spLocks noGrp="1"/>
          </p:cNvSpPr>
          <p:nvPr>
            <p:ph type="subTitle" idx="2"/>
          </p:nvPr>
        </p:nvSpPr>
        <p:spPr>
          <a:xfrm>
            <a:off x="663844" y="1068712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</a:defRPr>
            </a:lvl1pPr>
            <a:lvl2pPr lvl="1" algn="ctr" rtl="0">
              <a:spcBef>
                <a:spcPts val="375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</a:defRPr>
            </a:lvl2pPr>
            <a:lvl3pPr lvl="2" algn="ctr" rtl="0">
              <a:spcBef>
                <a:spcPts val="375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</a:defRPr>
            </a:lvl3pPr>
            <a:lvl4pPr lvl="3" algn="ctr" rtl="0">
              <a:spcBef>
                <a:spcPts val="375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</a:defRPr>
            </a:lvl4pPr>
            <a:lvl5pPr lvl="4" algn="ctr" rtl="0">
              <a:spcBef>
                <a:spcPts val="375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</a:defRPr>
            </a:lvl5pPr>
            <a:lvl6pPr lvl="5" algn="ctr" rtl="0">
              <a:spcBef>
                <a:spcPts val="375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</a:defRPr>
            </a:lvl6pPr>
            <a:lvl7pPr lvl="6" algn="ctr" rtl="0">
              <a:spcBef>
                <a:spcPts val="375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</a:defRPr>
            </a:lvl7pPr>
            <a:lvl8pPr lvl="7" algn="ctr" rtl="0">
              <a:spcBef>
                <a:spcPts val="375"/>
              </a:spcBef>
              <a:spcAft>
                <a:spcPts val="0"/>
              </a:spcAft>
              <a:buNone/>
              <a:defRPr sz="1350">
                <a:solidFill>
                  <a:schemeClr val="accent1"/>
                </a:solidFill>
              </a:defRPr>
            </a:lvl8pPr>
            <a:lvl9pPr lvl="8" algn="ctr" rtl="0">
              <a:spcBef>
                <a:spcPts val="375"/>
              </a:spcBef>
              <a:spcAft>
                <a:spcPts val="375"/>
              </a:spcAft>
              <a:buNone/>
              <a:defRPr sz="135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9" name="Google Shape;139;p14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75" cy="41985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3721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me 1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ubTitle" idx="1"/>
          </p:nvPr>
        </p:nvSpPr>
        <p:spPr>
          <a:xfrm>
            <a:off x="1562794" y="2641369"/>
            <a:ext cx="5649900" cy="68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xfrm>
            <a:off x="1562906" y="1307719"/>
            <a:ext cx="5649900" cy="1200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subTitle" idx="2"/>
          </p:nvPr>
        </p:nvSpPr>
        <p:spPr>
          <a:xfrm>
            <a:off x="1562794" y="3511275"/>
            <a:ext cx="1530300" cy="4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ubTitle" idx="3"/>
          </p:nvPr>
        </p:nvSpPr>
        <p:spPr>
          <a:xfrm>
            <a:off x="3353888" y="3511275"/>
            <a:ext cx="1530300" cy="4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l="34002"/>
          <a:stretch/>
        </p:blipFill>
        <p:spPr>
          <a:xfrm>
            <a:off x="572348" y="162100"/>
            <a:ext cx="782225" cy="27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5">
            <a:alphaModFix/>
          </a:blip>
          <a:srcRect b="35782"/>
          <a:stretch/>
        </p:blipFill>
        <p:spPr>
          <a:xfrm>
            <a:off x="15918" y="172811"/>
            <a:ext cx="675710" cy="279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and two column body">
  <p:cSld name="CUSTOM_4_17_1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82" name="Google Shape;82;p1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" name="Google Shape;83;p1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" name="Google Shape;84;p1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5" name="Google Shape;85;p17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body" idx="4"/>
          </p:nvPr>
        </p:nvSpPr>
        <p:spPr>
          <a:xfrm>
            <a:off x="663844" y="1718383"/>
            <a:ext cx="3703200" cy="279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1100"/>
              <a:buChar char="▸"/>
              <a:defRPr sz="1100"/>
            </a:lvl1pPr>
            <a:lvl2pPr marL="914400" lvl="1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2pPr>
            <a:lvl3pPr marL="1371600" lvl="2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3pPr>
            <a:lvl4pPr marL="1828800" lvl="3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4pPr>
            <a:lvl5pPr marL="2286000" lvl="4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5pPr>
            <a:lvl6pPr marL="2743200" lvl="5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6pPr>
            <a:lvl7pPr marL="3200400" lvl="6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7pPr>
            <a:lvl8pPr marL="3657600" lvl="7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8pPr>
            <a:lvl9pPr marL="4114800" lvl="8" indent="-285750" rtl="0">
              <a:lnSpc>
                <a:spcPct val="140000"/>
              </a:lnSpc>
              <a:spcBef>
                <a:spcPts val="800"/>
              </a:spcBef>
              <a:spcAft>
                <a:spcPts val="800"/>
              </a:spcAft>
              <a:buSzPts val="900"/>
              <a:buChar char="･"/>
              <a:defRPr sz="900"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5"/>
          </p:nvPr>
        </p:nvSpPr>
        <p:spPr>
          <a:xfrm>
            <a:off x="4777069" y="1718381"/>
            <a:ext cx="3703200" cy="279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1100"/>
              <a:buChar char="▸"/>
              <a:defRPr sz="1100"/>
            </a:lvl1pPr>
            <a:lvl2pPr marL="914400" lvl="1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2pPr>
            <a:lvl3pPr marL="1371600" lvl="2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3pPr>
            <a:lvl4pPr marL="1828800" lvl="3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4pPr>
            <a:lvl5pPr marL="2286000" lvl="4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5pPr>
            <a:lvl6pPr marL="2743200" lvl="5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6pPr>
            <a:lvl7pPr marL="3200400" lvl="6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7pPr>
            <a:lvl8pPr marL="3657600" lvl="7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8pPr>
            <a:lvl9pPr marL="4114800" lvl="8" indent="-285750" rtl="0">
              <a:lnSpc>
                <a:spcPct val="140000"/>
              </a:lnSpc>
              <a:spcBef>
                <a:spcPts val="800"/>
              </a:spcBef>
              <a:spcAft>
                <a:spcPts val="800"/>
              </a:spcAft>
              <a:buSzPts val="900"/>
              <a:buChar char="･"/>
              <a:defRPr sz="900"/>
            </a:lvl9pPr>
          </a:lstStyle>
          <a:p>
            <a:endParaRPr/>
          </a:p>
        </p:txBody>
      </p:sp>
      <p:sp>
        <p:nvSpPr>
          <p:cNvPr id="90" name="Google Shape;90;p17"/>
          <p:cNvSpPr txBox="1"/>
          <p:nvPr/>
        </p:nvSpPr>
        <p:spPr>
          <a:xfrm>
            <a:off x="7398338" y="4735894"/>
            <a:ext cx="515100" cy="17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OT">
  <p:cSld name="CUSTOM_5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/>
        </p:nvSpPr>
        <p:spPr>
          <a:xfrm>
            <a:off x="663788" y="3490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Text"/>
                <a:ea typeface="Red Hat Text"/>
                <a:cs typeface="Red Hat Text"/>
                <a:sym typeface="Red Hat Text"/>
              </a:rPr>
              <a:t>Organizational Analysis (SWOT)</a:t>
            </a:r>
            <a:endParaRPr sz="20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133450" y="854350"/>
            <a:ext cx="4398000" cy="269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STRENGTHS</a:t>
            </a:r>
            <a:endParaRPr sz="9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4623150" y="854350"/>
            <a:ext cx="4398000" cy="269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WEAKNESSES</a:t>
            </a:r>
            <a:endParaRPr sz="9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133450" y="2762125"/>
            <a:ext cx="4398000" cy="269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OPPORTUNITIES</a:t>
            </a:r>
            <a:endParaRPr sz="9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4623150" y="2762125"/>
            <a:ext cx="4398000" cy="269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THREATS</a:t>
            </a:r>
            <a:endParaRPr sz="9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2951250" y="4670875"/>
            <a:ext cx="3241500" cy="378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 b="1">
                <a:latin typeface="Red Hat Text"/>
                <a:ea typeface="Red Hat Text"/>
                <a:cs typeface="Red Hat Text"/>
                <a:sym typeface="Red Hat Text"/>
              </a:rPr>
              <a:t>Strengths &amp; Weaknesses</a:t>
            </a:r>
            <a:r>
              <a:rPr lang="en" sz="800">
                <a:latin typeface="Red Hat Text"/>
                <a:ea typeface="Red Hat Text"/>
                <a:cs typeface="Red Hat Text"/>
                <a:sym typeface="Red Hat Text"/>
              </a:rPr>
              <a:t> are an internal view of the organization</a:t>
            </a:r>
            <a:endParaRPr sz="800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Red Hat Text"/>
                <a:ea typeface="Red Hat Text"/>
                <a:cs typeface="Red Hat Text"/>
                <a:sym typeface="Red Hat Text"/>
              </a:rPr>
              <a:t>Opportunities &amp; Threats</a:t>
            </a:r>
            <a:r>
              <a:rPr lang="en" sz="800">
                <a:latin typeface="Red Hat Text"/>
                <a:ea typeface="Red Hat Text"/>
                <a:cs typeface="Red Hat Text"/>
                <a:sym typeface="Red Hat Text"/>
              </a:rPr>
              <a:t> are an external view of the organization</a:t>
            </a:r>
            <a:endParaRPr sz="8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98" name="Google Shape;98;p18"/>
          <p:cNvSpPr/>
          <p:nvPr/>
        </p:nvSpPr>
        <p:spPr>
          <a:xfrm>
            <a:off x="422625" y="147050"/>
            <a:ext cx="353371" cy="354375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9" name="Google Shape;99;p1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" name="Google Shape;100;p1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" name="Google Shape;101;p1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g Assessment">
  <p:cSld name="CUSTOM_6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/>
        </p:nvSpPr>
        <p:spPr>
          <a:xfrm>
            <a:off x="663788" y="5014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Text"/>
                <a:ea typeface="Red Hat Text"/>
                <a:cs typeface="Red Hat Text"/>
                <a:sym typeface="Red Hat Text"/>
              </a:rPr>
              <a:t>Organizational Assessment</a:t>
            </a:r>
            <a:endParaRPr sz="20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663844" y="763913"/>
            <a:ext cx="78165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rPr>
              <a:t>Organization and Business Actions</a:t>
            </a:r>
            <a:endParaRPr sz="1400">
              <a:solidFill>
                <a:schemeClr val="accen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663850" y="1335500"/>
            <a:ext cx="6595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Based on the SWOT analysis,</a:t>
            </a:r>
            <a:r>
              <a:rPr lang="en" sz="11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 what are the organizational and business focus areas? Where do we need to adapt strategy, and build capabilities to ensure Red Hat’s ongoing competitive advantage?</a:t>
            </a:r>
            <a:endParaRPr sz="11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grpSp>
        <p:nvGrpSpPr>
          <p:cNvPr id="106" name="Google Shape;106;p19"/>
          <p:cNvGrpSpPr/>
          <p:nvPr/>
        </p:nvGrpSpPr>
        <p:grpSpPr>
          <a:xfrm>
            <a:off x="896175" y="1830613"/>
            <a:ext cx="7351650" cy="876243"/>
            <a:chOff x="828900" y="1602013"/>
            <a:chExt cx="7351650" cy="876243"/>
          </a:xfrm>
        </p:grpSpPr>
        <p:sp>
          <p:nvSpPr>
            <p:cNvPr id="107" name="Google Shape;107;p19"/>
            <p:cNvSpPr txBox="1"/>
            <p:nvPr/>
          </p:nvSpPr>
          <p:spPr>
            <a:xfrm>
              <a:off x="828900" y="1602025"/>
              <a:ext cx="2200200" cy="2697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STRATEGY</a:t>
              </a:r>
              <a:endParaRPr sz="800" b="1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08" name="Google Shape;108;p19"/>
            <p:cNvSpPr txBox="1"/>
            <p:nvPr/>
          </p:nvSpPr>
          <p:spPr>
            <a:xfrm>
              <a:off x="3404150" y="1602025"/>
              <a:ext cx="2200200" cy="2697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STRUCTURE</a:t>
              </a:r>
              <a:endParaRPr sz="800" b="1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09" name="Google Shape;109;p19"/>
            <p:cNvSpPr txBox="1"/>
            <p:nvPr/>
          </p:nvSpPr>
          <p:spPr>
            <a:xfrm>
              <a:off x="5980350" y="1602013"/>
              <a:ext cx="2200200" cy="2697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rgbClr val="FFFFFF"/>
                  </a:solidFill>
                  <a:latin typeface="Overpass"/>
                  <a:ea typeface="Overpass"/>
                  <a:cs typeface="Overpass"/>
                  <a:sym typeface="Overpass"/>
                </a:rPr>
                <a:t>PROCESS</a:t>
              </a:r>
              <a:endParaRPr sz="800" b="1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10" name="Google Shape;110;p19"/>
            <p:cNvSpPr txBox="1"/>
            <p:nvPr/>
          </p:nvSpPr>
          <p:spPr>
            <a:xfrm>
              <a:off x="828900" y="1866818"/>
              <a:ext cx="2200200" cy="611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latin typeface="Overpass"/>
                  <a:ea typeface="Overpass"/>
                  <a:cs typeface="Overpass"/>
                  <a:sym typeface="Overpass"/>
                </a:rPr>
                <a:t>Strategy</a:t>
              </a:r>
              <a:r>
                <a:rPr lang="en" sz="800">
                  <a:latin typeface="Overpass"/>
                  <a:ea typeface="Overpass"/>
                  <a:cs typeface="Overpass"/>
                  <a:sym typeface="Overpass"/>
                </a:rPr>
                <a:t> specifies the goals and objectives to be achieved; it sets out the basic direction of the organization.</a:t>
              </a:r>
              <a:endParaRPr sz="800"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11" name="Google Shape;111;p19"/>
            <p:cNvSpPr txBox="1"/>
            <p:nvPr/>
          </p:nvSpPr>
          <p:spPr>
            <a:xfrm>
              <a:off x="3404150" y="1866855"/>
              <a:ext cx="2200200" cy="611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latin typeface="Overpass"/>
                  <a:ea typeface="Overpass"/>
                  <a:cs typeface="Overpass"/>
                  <a:sym typeface="Overpass"/>
                </a:rPr>
                <a:t>Structure</a:t>
              </a:r>
              <a:r>
                <a:rPr lang="en" sz="800">
                  <a:latin typeface="Overpass"/>
                  <a:ea typeface="Overpass"/>
                  <a:cs typeface="Overpass"/>
                  <a:sym typeface="Overpass"/>
                </a:rPr>
                <a:t> of the organization determines the placement of power and authority in the organization.</a:t>
              </a:r>
              <a:endParaRPr sz="800"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12" name="Google Shape;112;p19"/>
            <p:cNvSpPr txBox="1"/>
            <p:nvPr/>
          </p:nvSpPr>
          <p:spPr>
            <a:xfrm>
              <a:off x="5980350" y="1866805"/>
              <a:ext cx="2200200" cy="611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latin typeface="Overpass"/>
                  <a:ea typeface="Overpass"/>
                  <a:cs typeface="Overpass"/>
                  <a:sym typeface="Overpass"/>
                </a:rPr>
                <a:t>Process</a:t>
              </a:r>
              <a:r>
                <a:rPr lang="en" sz="800">
                  <a:latin typeface="Overpass"/>
                  <a:ea typeface="Overpass"/>
                  <a:cs typeface="Overpass"/>
                  <a:sym typeface="Overpass"/>
                </a:rPr>
                <a:t> is how information and decisions are made across the organization; this can be vertical, horizontal, or cross-functional.</a:t>
              </a:r>
              <a:endParaRPr sz="800">
                <a:latin typeface="Overpass"/>
                <a:ea typeface="Overpass"/>
                <a:cs typeface="Overpass"/>
                <a:sym typeface="Overpass"/>
              </a:endParaRPr>
            </a:p>
          </p:txBody>
        </p:sp>
      </p:grpSp>
      <p:sp>
        <p:nvSpPr>
          <p:cNvPr id="113" name="Google Shape;113;p19"/>
          <p:cNvSpPr txBox="1"/>
          <p:nvPr/>
        </p:nvSpPr>
        <p:spPr>
          <a:xfrm>
            <a:off x="510513" y="2823453"/>
            <a:ext cx="22002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Red Hat Text"/>
                <a:ea typeface="Red Hat Text"/>
                <a:cs typeface="Red Hat Text"/>
                <a:sym typeface="Red Hat Text"/>
              </a:rPr>
              <a:t>ACTIONS</a:t>
            </a:r>
            <a:endParaRPr sz="1000" b="1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>
            <a:off x="4674063" y="2823453"/>
            <a:ext cx="39597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Red Hat Text"/>
                <a:ea typeface="Red Hat Text"/>
                <a:cs typeface="Red Hat Text"/>
                <a:sym typeface="Red Hat Text"/>
              </a:rPr>
              <a:t>OWNER &amp; PARTNER(S)</a:t>
            </a:r>
            <a:endParaRPr sz="1000" b="1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7323353" y="85506"/>
            <a:ext cx="1741425" cy="1683701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9"/>
          <p:cNvSpPr/>
          <p:nvPr/>
        </p:nvSpPr>
        <p:spPr>
          <a:xfrm>
            <a:off x="422625" y="147050"/>
            <a:ext cx="353371" cy="354375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17" name="Google Shape;117;p1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1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1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rg assessment 2">
  <p:cSld name="CUSTOM_7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0"/>
          <p:cNvSpPr txBox="1"/>
          <p:nvPr/>
        </p:nvSpPr>
        <p:spPr>
          <a:xfrm>
            <a:off x="663788" y="5014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Text"/>
                <a:ea typeface="Red Hat Text"/>
                <a:cs typeface="Red Hat Text"/>
                <a:sym typeface="Red Hat Text"/>
              </a:rPr>
              <a:t>Organizational Assessment</a:t>
            </a:r>
            <a:endParaRPr sz="20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22" name="Google Shape;122;p20"/>
          <p:cNvSpPr txBox="1"/>
          <p:nvPr/>
        </p:nvSpPr>
        <p:spPr>
          <a:xfrm>
            <a:off x="663844" y="763913"/>
            <a:ext cx="78165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rPr>
              <a:t>Talent and Culture Actions</a:t>
            </a:r>
            <a:endParaRPr sz="1400">
              <a:solidFill>
                <a:schemeClr val="accen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663850" y="1335500"/>
            <a:ext cx="65484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Based on the SWOT analysis,</a:t>
            </a:r>
            <a:r>
              <a:rPr lang="en" sz="11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 what are the talent and culture focus areas? Where do we need to adapt strategy, and build capabilities to ensure Red Hat’s ongoing competitive advantage?</a:t>
            </a:r>
            <a:endParaRPr sz="11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24" name="Google Shape;124;p20"/>
          <p:cNvSpPr txBox="1"/>
          <p:nvPr/>
        </p:nvSpPr>
        <p:spPr>
          <a:xfrm>
            <a:off x="496926" y="2880847"/>
            <a:ext cx="22002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Red Hat Text"/>
                <a:ea typeface="Red Hat Text"/>
                <a:cs typeface="Red Hat Text"/>
                <a:sym typeface="Red Hat Text"/>
              </a:rPr>
              <a:t>ACTIONS</a:t>
            </a:r>
            <a:endParaRPr sz="1000" b="1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25" name="Google Shape;125;p20"/>
          <p:cNvSpPr txBox="1"/>
          <p:nvPr/>
        </p:nvSpPr>
        <p:spPr>
          <a:xfrm>
            <a:off x="4660476" y="2880847"/>
            <a:ext cx="39597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Red Hat Text"/>
                <a:ea typeface="Red Hat Text"/>
                <a:cs typeface="Red Hat Text"/>
                <a:sym typeface="Red Hat Text"/>
              </a:rPr>
              <a:t>OWNER &amp; PARTNER(S)</a:t>
            </a:r>
            <a:endParaRPr sz="1000" b="1">
              <a:latin typeface="Red Hat Text"/>
              <a:ea typeface="Red Hat Text"/>
              <a:cs typeface="Red Hat Text"/>
              <a:sym typeface="Red Hat Text"/>
            </a:endParaRPr>
          </a:p>
        </p:txBody>
      </p:sp>
      <p:grpSp>
        <p:nvGrpSpPr>
          <p:cNvPr id="126" name="Google Shape;126;p20"/>
          <p:cNvGrpSpPr/>
          <p:nvPr/>
        </p:nvGrpSpPr>
        <p:grpSpPr>
          <a:xfrm>
            <a:off x="896175" y="1888006"/>
            <a:ext cx="7351650" cy="888119"/>
            <a:chOff x="828900" y="1602013"/>
            <a:chExt cx="7351650" cy="888119"/>
          </a:xfrm>
        </p:grpSpPr>
        <p:sp>
          <p:nvSpPr>
            <p:cNvPr id="127" name="Google Shape;127;p20"/>
            <p:cNvSpPr txBox="1"/>
            <p:nvPr/>
          </p:nvSpPr>
          <p:spPr>
            <a:xfrm>
              <a:off x="828900" y="1602025"/>
              <a:ext cx="2200200" cy="2697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lt1"/>
                  </a:solidFill>
                  <a:latin typeface="Overpass"/>
                  <a:ea typeface="Overpass"/>
                  <a:cs typeface="Overpass"/>
                  <a:sym typeface="Overpass"/>
                </a:rPr>
                <a:t>METRICS &amp; REWARDS</a:t>
              </a:r>
              <a:endParaRPr sz="800" b="1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28" name="Google Shape;128;p20"/>
            <p:cNvSpPr txBox="1"/>
            <p:nvPr/>
          </p:nvSpPr>
          <p:spPr>
            <a:xfrm>
              <a:off x="3404150" y="1602025"/>
              <a:ext cx="2200200" cy="269700"/>
            </a:xfrm>
            <a:prstGeom prst="rect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lt1"/>
                  </a:solidFill>
                  <a:latin typeface="Overpass"/>
                  <a:ea typeface="Overpass"/>
                  <a:cs typeface="Overpass"/>
                  <a:sym typeface="Overpass"/>
                </a:rPr>
                <a:t>PEOPLE PRACTICES</a:t>
              </a:r>
              <a:endParaRPr sz="800" b="1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29" name="Google Shape;129;p20"/>
            <p:cNvSpPr txBox="1"/>
            <p:nvPr/>
          </p:nvSpPr>
          <p:spPr>
            <a:xfrm>
              <a:off x="5980350" y="1602013"/>
              <a:ext cx="2200200" cy="269700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lt1"/>
                  </a:solidFill>
                  <a:latin typeface="Overpass"/>
                  <a:ea typeface="Overpass"/>
                  <a:cs typeface="Overpass"/>
                  <a:sym typeface="Overpass"/>
                </a:rPr>
                <a:t>CULTURE</a:t>
              </a:r>
              <a:r>
                <a:rPr lang="en" sz="800" b="1" baseline="30000">
                  <a:solidFill>
                    <a:schemeClr val="lt1"/>
                  </a:solidFill>
                  <a:latin typeface="Overpass"/>
                  <a:ea typeface="Overpass"/>
                  <a:cs typeface="Overpass"/>
                  <a:sym typeface="Overpass"/>
                </a:rPr>
                <a:t>1</a:t>
              </a:r>
              <a:endParaRPr sz="800" b="1" baseline="30000">
                <a:solidFill>
                  <a:srgbClr val="FFFFFF"/>
                </a:solidFill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30" name="Google Shape;130;p20"/>
            <p:cNvSpPr txBox="1"/>
            <p:nvPr/>
          </p:nvSpPr>
          <p:spPr>
            <a:xfrm>
              <a:off x="828900" y="1878694"/>
              <a:ext cx="2200200" cy="611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Overpass"/>
                  <a:ea typeface="Overpass"/>
                  <a:cs typeface="Overpass"/>
                  <a:sym typeface="Overpass"/>
                </a:rPr>
                <a:t>Metrics &amp; rewards </a:t>
              </a:r>
              <a:r>
                <a:rPr lang="en" sz="800">
                  <a:solidFill>
                    <a:schemeClr val="dk1"/>
                  </a:solidFill>
                  <a:latin typeface="Overpass"/>
                  <a:ea typeface="Overpass"/>
                  <a:cs typeface="Overpass"/>
                  <a:sym typeface="Overpass"/>
                </a:rPr>
                <a:t>provide motivation and ensures aligned incentives for the completion of the strategic direction.</a:t>
              </a:r>
              <a:endParaRPr sz="800" b="1"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31" name="Google Shape;131;p20"/>
            <p:cNvSpPr txBox="1"/>
            <p:nvPr/>
          </p:nvSpPr>
          <p:spPr>
            <a:xfrm>
              <a:off x="3404150" y="1878731"/>
              <a:ext cx="2200200" cy="611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Overpass"/>
                  <a:ea typeface="Overpass"/>
                  <a:cs typeface="Overpass"/>
                  <a:sym typeface="Overpass"/>
                </a:rPr>
                <a:t>People practices</a:t>
              </a:r>
              <a:r>
                <a:rPr lang="en" sz="800">
                  <a:solidFill>
                    <a:schemeClr val="dk1"/>
                  </a:solidFill>
                  <a:latin typeface="Overpass"/>
                  <a:ea typeface="Overpass"/>
                  <a:cs typeface="Overpass"/>
                  <a:sym typeface="Overpass"/>
                </a:rPr>
                <a:t> ensure alignment between business strategy and the mindsets and skills necessary to execute the strategy.</a:t>
              </a:r>
              <a:endParaRPr sz="800" b="1">
                <a:latin typeface="Overpass"/>
                <a:ea typeface="Overpass"/>
                <a:cs typeface="Overpass"/>
                <a:sym typeface="Overpass"/>
              </a:endParaRPr>
            </a:p>
          </p:txBody>
        </p:sp>
        <p:sp>
          <p:nvSpPr>
            <p:cNvPr id="132" name="Google Shape;132;p20"/>
            <p:cNvSpPr txBox="1"/>
            <p:nvPr/>
          </p:nvSpPr>
          <p:spPr>
            <a:xfrm>
              <a:off x="5980350" y="1878681"/>
              <a:ext cx="2200200" cy="6114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 b="1">
                  <a:solidFill>
                    <a:schemeClr val="dk1"/>
                  </a:solidFill>
                  <a:latin typeface="Overpass"/>
                  <a:ea typeface="Overpass"/>
                  <a:cs typeface="Overpass"/>
                  <a:sym typeface="Overpass"/>
                </a:rPr>
                <a:t>Culture</a:t>
              </a:r>
              <a:r>
                <a:rPr lang="en" sz="800">
                  <a:solidFill>
                    <a:schemeClr val="dk1"/>
                  </a:solidFill>
                  <a:latin typeface="Overpass"/>
                  <a:ea typeface="Overpass"/>
                  <a:cs typeface="Overpass"/>
                  <a:sym typeface="Overpass"/>
                </a:rPr>
                <a:t> is a strategic competitive advantage for our company and makes Red Hat a great place to work for all associates.</a:t>
              </a:r>
              <a:endParaRPr sz="800" b="1">
                <a:latin typeface="Overpass"/>
                <a:ea typeface="Overpass"/>
                <a:cs typeface="Overpass"/>
                <a:sym typeface="Overpass"/>
              </a:endParaRPr>
            </a:p>
          </p:txBody>
        </p:sp>
      </p:grpSp>
      <p:sp>
        <p:nvSpPr>
          <p:cNvPr id="133" name="Google Shape;133;p20"/>
          <p:cNvSpPr/>
          <p:nvPr/>
        </p:nvSpPr>
        <p:spPr>
          <a:xfrm>
            <a:off x="7323353" y="85506"/>
            <a:ext cx="1741425" cy="1683701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20"/>
          <p:cNvSpPr/>
          <p:nvPr/>
        </p:nvSpPr>
        <p:spPr>
          <a:xfrm>
            <a:off x="422625" y="147050"/>
            <a:ext cx="353371" cy="354375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35" name="Google Shape;135;p2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2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" name="Google Shape;137;p2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 box">
  <p:cSld name="CUSTOM_7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Google Shape;139;p2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" name="Google Shape;140;p2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" name="Google Shape;141;p2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21"/>
          <p:cNvSpPr txBox="1"/>
          <p:nvPr/>
        </p:nvSpPr>
        <p:spPr>
          <a:xfrm>
            <a:off x="663788" y="3490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Text"/>
                <a:ea typeface="Red Hat Text"/>
                <a:cs typeface="Red Hat Text"/>
                <a:sym typeface="Red Hat Text"/>
              </a:rPr>
              <a:t>Talent Review (9 Box Analysis)</a:t>
            </a:r>
            <a:endParaRPr sz="20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43" name="Google Shape;143;p21"/>
          <p:cNvSpPr txBox="1"/>
          <p:nvPr/>
        </p:nvSpPr>
        <p:spPr>
          <a:xfrm>
            <a:off x="4376925" y="4634750"/>
            <a:ext cx="10677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78909C"/>
                </a:solidFill>
                <a:latin typeface="Red Hat Text"/>
                <a:ea typeface="Red Hat Text"/>
                <a:cs typeface="Red Hat Text"/>
                <a:sym typeface="Red Hat Text"/>
              </a:rPr>
              <a:t>Too New to Rate:</a:t>
            </a:r>
            <a:endParaRPr sz="800" b="1">
              <a:solidFill>
                <a:srgbClr val="78909C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1129375" y="3133824"/>
            <a:ext cx="2498400" cy="1040100"/>
          </a:xfrm>
          <a:prstGeom prst="rect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3627675" y="3133925"/>
            <a:ext cx="2498400" cy="10401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46" name="Google Shape;146;p21"/>
          <p:cNvSpPr/>
          <p:nvPr/>
        </p:nvSpPr>
        <p:spPr>
          <a:xfrm>
            <a:off x="6125975" y="3133924"/>
            <a:ext cx="2498400" cy="10401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3627700" y="2088137"/>
            <a:ext cx="2498400" cy="10401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6126000" y="2088137"/>
            <a:ext cx="2498400" cy="10401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1129400" y="1042124"/>
            <a:ext cx="2498400" cy="104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0" name="Google Shape;150;p21"/>
          <p:cNvSpPr/>
          <p:nvPr/>
        </p:nvSpPr>
        <p:spPr>
          <a:xfrm>
            <a:off x="3627700" y="1042225"/>
            <a:ext cx="2498400" cy="1040100"/>
          </a:xfrm>
          <a:prstGeom prst="rect">
            <a:avLst/>
          </a:prstGeom>
          <a:solidFill>
            <a:srgbClr val="3A81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1" name="Google Shape;151;p21"/>
          <p:cNvSpPr/>
          <p:nvPr/>
        </p:nvSpPr>
        <p:spPr>
          <a:xfrm>
            <a:off x="6126000" y="1042225"/>
            <a:ext cx="2498400" cy="1040100"/>
          </a:xfrm>
          <a:prstGeom prst="rect">
            <a:avLst/>
          </a:prstGeom>
          <a:solidFill>
            <a:srgbClr val="3A81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1184300" y="3134675"/>
            <a:ext cx="2327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– BOX 7: Does Not Meet Expectations + Modest Potential –</a:t>
            </a:r>
            <a:endParaRPr sz="6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3713175" y="3134675"/>
            <a:ext cx="2327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– BOX 6: Meets Expectations + Modest Potential –</a:t>
            </a:r>
            <a:endParaRPr sz="6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4" name="Google Shape;154;p21"/>
          <p:cNvSpPr txBox="1"/>
          <p:nvPr/>
        </p:nvSpPr>
        <p:spPr>
          <a:xfrm>
            <a:off x="6211475" y="3134675"/>
            <a:ext cx="2327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– BOX 5: Surpasses Expectations + Modest Potential –</a:t>
            </a:r>
            <a:endParaRPr sz="6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5" name="Google Shape;155;p21"/>
          <p:cNvSpPr txBox="1"/>
          <p:nvPr/>
        </p:nvSpPr>
        <p:spPr>
          <a:xfrm>
            <a:off x="6211475" y="1042225"/>
            <a:ext cx="2327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– BOX 1: Surpasses Expectations + High Potential –</a:t>
            </a:r>
            <a:endParaRPr sz="6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6211600" y="2088075"/>
            <a:ext cx="2327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– BOX 3: Surpasses Expectations + Growth Potential –</a:t>
            </a:r>
            <a:endParaRPr sz="6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3713200" y="2088075"/>
            <a:ext cx="2327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– BOX 4: Meets Expectations + Growth Potential –</a:t>
            </a:r>
            <a:endParaRPr sz="6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8" name="Google Shape;158;p21"/>
          <p:cNvSpPr txBox="1"/>
          <p:nvPr/>
        </p:nvSpPr>
        <p:spPr>
          <a:xfrm>
            <a:off x="3713200" y="1042225"/>
            <a:ext cx="2327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– BOX 2: Meets Expectations + High Potential –</a:t>
            </a:r>
            <a:endParaRPr sz="6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59" name="Google Shape;159;p21"/>
          <p:cNvSpPr txBox="1"/>
          <p:nvPr/>
        </p:nvSpPr>
        <p:spPr>
          <a:xfrm>
            <a:off x="1134500" y="847750"/>
            <a:ext cx="2493300" cy="19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DOES NOT MEET EXPECTATIONS</a:t>
            </a:r>
            <a:endParaRPr sz="6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60" name="Google Shape;160;p21"/>
          <p:cNvSpPr txBox="1"/>
          <p:nvPr/>
        </p:nvSpPr>
        <p:spPr>
          <a:xfrm>
            <a:off x="3627700" y="847825"/>
            <a:ext cx="2493300" cy="19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MEETS EXPECTATIONS</a:t>
            </a:r>
            <a:endParaRPr sz="6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6120900" y="847825"/>
            <a:ext cx="2498400" cy="194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SURPASSES EXPECTATIONS</a:t>
            </a:r>
            <a:endParaRPr sz="6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 rot="-5400000">
            <a:off x="-565550" y="2486275"/>
            <a:ext cx="21699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POTENTIAL</a:t>
            </a:r>
            <a:endParaRPr sz="900">
              <a:solidFill>
                <a:srgbClr val="99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 rot="-5400000">
            <a:off x="472350" y="3516275"/>
            <a:ext cx="1033200" cy="282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MODEST POTENTIAL</a:t>
            </a:r>
            <a:endParaRPr sz="6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 rot="-5400000">
            <a:off x="471550" y="2470425"/>
            <a:ext cx="1033200" cy="282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GROWTH POTENTIAL</a:t>
            </a:r>
            <a:endParaRPr sz="6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 rot="-5400000">
            <a:off x="471800" y="1424575"/>
            <a:ext cx="1033200" cy="2823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HIGH POTENTIAL</a:t>
            </a:r>
            <a:endParaRPr sz="6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66" name="Google Shape;166;p21"/>
          <p:cNvSpPr/>
          <p:nvPr/>
        </p:nvSpPr>
        <p:spPr>
          <a:xfrm>
            <a:off x="1129400" y="2088449"/>
            <a:ext cx="2498400" cy="10401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1214925" y="2070425"/>
            <a:ext cx="2327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– BOX 8: Does Not Meet Expectations + Growth Potential –</a:t>
            </a:r>
            <a:endParaRPr sz="600">
              <a:solidFill>
                <a:schemeClr val="dk2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1184300" y="1049125"/>
            <a:ext cx="2327400" cy="1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– BOX 9: Does Not Meet Expectations + High Potential –</a:t>
            </a:r>
            <a:endParaRPr sz="600">
              <a:solidFill>
                <a:schemeClr val="dk2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3444652" y="4383575"/>
            <a:ext cx="28992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99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PERFORMANCE (consider both WHAT and HOW)</a:t>
            </a:r>
            <a:endParaRPr sz="900">
              <a:solidFill>
                <a:srgbClr val="99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cxnSp>
        <p:nvCxnSpPr>
          <p:cNvPr id="170" name="Google Shape;170;p21"/>
          <p:cNvCxnSpPr/>
          <p:nvPr/>
        </p:nvCxnSpPr>
        <p:spPr>
          <a:xfrm>
            <a:off x="646875" y="1026175"/>
            <a:ext cx="0" cy="3150600"/>
          </a:xfrm>
          <a:prstGeom prst="straightConnector1">
            <a:avLst/>
          </a:prstGeom>
          <a:noFill/>
          <a:ln w="9525" cap="flat" cmpd="sng">
            <a:solidFill>
              <a:srgbClr val="78909C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71" name="Google Shape;171;p21"/>
          <p:cNvSpPr txBox="1"/>
          <p:nvPr/>
        </p:nvSpPr>
        <p:spPr>
          <a:xfrm rot="-5400000">
            <a:off x="228900" y="3527500"/>
            <a:ext cx="828000" cy="243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78909C"/>
                </a:solidFill>
                <a:latin typeface="Overpass"/>
                <a:ea typeface="Overpass"/>
                <a:cs typeface="Overpass"/>
                <a:sym typeface="Overpass"/>
              </a:rPr>
              <a:t>MODEST</a:t>
            </a:r>
            <a:endParaRPr sz="800" b="1">
              <a:solidFill>
                <a:srgbClr val="78909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 rot="-5400000">
            <a:off x="410850" y="1449800"/>
            <a:ext cx="464100" cy="243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78909C"/>
                </a:solidFill>
                <a:latin typeface="Overpass"/>
                <a:ea typeface="Overpass"/>
                <a:cs typeface="Overpass"/>
                <a:sym typeface="Overpass"/>
              </a:rPr>
              <a:t>HIGH</a:t>
            </a:r>
            <a:endParaRPr sz="800" b="1">
              <a:solidFill>
                <a:srgbClr val="78909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173" name="Google Shape;173;p21"/>
          <p:cNvCxnSpPr/>
          <p:nvPr/>
        </p:nvCxnSpPr>
        <p:spPr>
          <a:xfrm rot="10800000">
            <a:off x="1134500" y="4381425"/>
            <a:ext cx="7490400" cy="0"/>
          </a:xfrm>
          <a:prstGeom prst="straightConnector1">
            <a:avLst/>
          </a:prstGeom>
          <a:noFill/>
          <a:ln w="9525" cap="flat" cmpd="sng">
            <a:solidFill>
              <a:srgbClr val="78909C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74" name="Google Shape;174;p21"/>
          <p:cNvSpPr txBox="1"/>
          <p:nvPr/>
        </p:nvSpPr>
        <p:spPr>
          <a:xfrm>
            <a:off x="2073225" y="4259625"/>
            <a:ext cx="610500" cy="243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78909C"/>
                </a:solidFill>
                <a:latin typeface="Overpass"/>
                <a:ea typeface="Overpass"/>
                <a:cs typeface="Overpass"/>
                <a:sym typeface="Overpass"/>
              </a:rPr>
              <a:t>LOW</a:t>
            </a:r>
            <a:endParaRPr sz="800" b="1">
              <a:solidFill>
                <a:srgbClr val="78909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175" name="Google Shape;175;p21"/>
          <p:cNvSpPr txBox="1"/>
          <p:nvPr/>
        </p:nvSpPr>
        <p:spPr>
          <a:xfrm>
            <a:off x="7100950" y="4259625"/>
            <a:ext cx="548700" cy="2436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78909C"/>
                </a:solidFill>
                <a:latin typeface="Overpass"/>
                <a:ea typeface="Overpass"/>
                <a:cs typeface="Overpass"/>
                <a:sym typeface="Overpass"/>
              </a:rPr>
              <a:t>HIGH</a:t>
            </a:r>
            <a:endParaRPr sz="800" b="1">
              <a:solidFill>
                <a:srgbClr val="78909C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pic>
        <p:nvPicPr>
          <p:cNvPr id="176" name="Google Shape;17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1576" y="61875"/>
            <a:ext cx="387440" cy="3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isk analysis">
  <p:cSld name="CUSTOM_7_1_1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" name="Google Shape;178;p2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" name="Google Shape;180;p2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1" name="Google Shape;181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1576" y="61875"/>
            <a:ext cx="387440" cy="37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2"/>
          <p:cNvPicPr preferRelativeResize="0"/>
          <p:nvPr/>
        </p:nvPicPr>
        <p:blipFill rotWithShape="1">
          <a:blip r:embed="rId3">
            <a:alphaModFix/>
          </a:blip>
          <a:srcRect l="9" r="9"/>
          <a:stretch/>
        </p:blipFill>
        <p:spPr>
          <a:xfrm>
            <a:off x="889250" y="549550"/>
            <a:ext cx="7578149" cy="381197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" name="Google Shape;183;p22"/>
          <p:cNvCxnSpPr/>
          <p:nvPr/>
        </p:nvCxnSpPr>
        <p:spPr>
          <a:xfrm>
            <a:off x="723075" y="631650"/>
            <a:ext cx="1200" cy="3713100"/>
          </a:xfrm>
          <a:prstGeom prst="straightConnector1">
            <a:avLst/>
          </a:prstGeom>
          <a:noFill/>
          <a:ln w="9525" cap="flat" cmpd="sng">
            <a:solidFill>
              <a:srgbClr val="78909C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84" name="Google Shape;184;p22"/>
          <p:cNvSpPr txBox="1"/>
          <p:nvPr/>
        </p:nvSpPr>
        <p:spPr>
          <a:xfrm rot="-5400000">
            <a:off x="498150" y="3527475"/>
            <a:ext cx="441900" cy="2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78909C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Low</a:t>
            </a:r>
            <a:endParaRPr sz="800" b="1">
              <a:solidFill>
                <a:srgbClr val="78909C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 rot="-5400000">
            <a:off x="355650" y="2347700"/>
            <a:ext cx="726900" cy="2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78909C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Medium</a:t>
            </a:r>
            <a:endParaRPr sz="800" b="1">
              <a:solidFill>
                <a:srgbClr val="78909C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 rot="-5400000">
            <a:off x="487050" y="1211900"/>
            <a:ext cx="464100" cy="24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78909C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High</a:t>
            </a:r>
            <a:endParaRPr sz="800" b="1">
              <a:solidFill>
                <a:srgbClr val="78909C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 rot="-5400000">
            <a:off x="-186025" y="2347738"/>
            <a:ext cx="13557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CC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Position risk</a:t>
            </a:r>
            <a:endParaRPr sz="1000" b="1">
              <a:solidFill>
                <a:srgbClr val="CC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3639525" y="4662025"/>
            <a:ext cx="2169900" cy="2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CC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Retention risk</a:t>
            </a:r>
            <a:endParaRPr sz="1000" b="1">
              <a:solidFill>
                <a:srgbClr val="CC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89" name="Google Shape;189;p22"/>
          <p:cNvCxnSpPr/>
          <p:nvPr/>
        </p:nvCxnSpPr>
        <p:spPr>
          <a:xfrm rot="10800000">
            <a:off x="979275" y="4564375"/>
            <a:ext cx="7490400" cy="0"/>
          </a:xfrm>
          <a:prstGeom prst="straightConnector1">
            <a:avLst/>
          </a:prstGeom>
          <a:noFill/>
          <a:ln w="9525" cap="flat" cmpd="sng">
            <a:solidFill>
              <a:srgbClr val="78909C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90" name="Google Shape;190;p22"/>
          <p:cNvSpPr txBox="1"/>
          <p:nvPr/>
        </p:nvSpPr>
        <p:spPr>
          <a:xfrm>
            <a:off x="1920825" y="4481650"/>
            <a:ext cx="610500" cy="17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78909C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Low</a:t>
            </a:r>
            <a:endParaRPr sz="800" b="1">
              <a:solidFill>
                <a:srgbClr val="78909C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4370375" y="4481625"/>
            <a:ext cx="708000" cy="17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78909C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Medium</a:t>
            </a:r>
            <a:endParaRPr sz="800" b="1">
              <a:solidFill>
                <a:srgbClr val="78909C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2" name="Google Shape;192;p22"/>
          <p:cNvSpPr txBox="1"/>
          <p:nvPr/>
        </p:nvSpPr>
        <p:spPr>
          <a:xfrm>
            <a:off x="6917650" y="4481625"/>
            <a:ext cx="610500" cy="17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78909C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High</a:t>
            </a:r>
            <a:endParaRPr sz="800" b="1">
              <a:solidFill>
                <a:srgbClr val="78909C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3" name="Google Shape;193;p22"/>
          <p:cNvSpPr txBox="1"/>
          <p:nvPr/>
        </p:nvSpPr>
        <p:spPr>
          <a:xfrm>
            <a:off x="1729050" y="96410"/>
            <a:ext cx="56859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Display"/>
                <a:ea typeface="Red Hat Display"/>
                <a:cs typeface="Red Hat Display"/>
                <a:sym typeface="Red Hat Display"/>
              </a:rPr>
              <a:t>Talent Review</a:t>
            </a:r>
            <a:r>
              <a:rPr lang="en"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" sz="2000">
                <a:latin typeface="Red Hat Display"/>
                <a:ea typeface="Red Hat Display"/>
                <a:cs typeface="Red Hat Display"/>
                <a:sym typeface="Red Hat Display"/>
              </a:rPr>
              <a:t>R</a:t>
            </a:r>
            <a:r>
              <a:rPr lang="en"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isk </a:t>
            </a:r>
            <a:r>
              <a:rPr lang="en" sz="2000">
                <a:latin typeface="Red Hat Display"/>
                <a:ea typeface="Red Hat Display"/>
                <a:cs typeface="Red Hat Display"/>
                <a:sym typeface="Red Hat Display"/>
              </a:rPr>
              <a:t>A</a:t>
            </a:r>
            <a:r>
              <a:rPr lang="en"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nalysis</a:t>
            </a:r>
            <a:endParaRPr sz="20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1626925" y="4654169"/>
            <a:ext cx="11703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Departure unlikely</a:t>
            </a:r>
            <a:endParaRPr sz="700" i="1">
              <a:solidFill>
                <a:schemeClr val="dk2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6651725" y="4654169"/>
            <a:ext cx="11703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Departure very likely</a:t>
            </a:r>
            <a:endParaRPr sz="700" i="1">
              <a:solidFill>
                <a:schemeClr val="dk2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 rot="-5400000">
            <a:off x="-121534" y="3536475"/>
            <a:ext cx="11703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Slight disruption</a:t>
            </a:r>
            <a:endParaRPr sz="700" i="1">
              <a:solidFill>
                <a:schemeClr val="dk2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 rot="-5400000">
            <a:off x="-121534" y="1220900"/>
            <a:ext cx="11703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Critical disruption</a:t>
            </a:r>
            <a:endParaRPr sz="700" i="1">
              <a:solidFill>
                <a:schemeClr val="dk2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198" name="Google Shape;198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1576" y="61875"/>
            <a:ext cx="387440" cy="37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ccessor 1">
  <p:cSld name="CUSTOM_7_1_1_1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2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" name="Google Shape;202;p2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2681325" y="1348875"/>
            <a:ext cx="3308100" cy="33132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"/>
              <a:ea typeface="Overpass"/>
              <a:cs typeface="Overpass"/>
              <a:sym typeface="Overpass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435188" y="3490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Text"/>
                <a:ea typeface="Red Hat Text"/>
                <a:cs typeface="Red Hat Text"/>
                <a:sym typeface="Red Hat Text"/>
              </a:rPr>
              <a:t>Successor Identification (Your Role)</a:t>
            </a:r>
            <a:endParaRPr sz="20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6344300" y="1348875"/>
            <a:ext cx="2144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rPr>
              <a:t>NOTES:</a:t>
            </a:r>
            <a:endParaRPr sz="1000" b="1">
              <a:solidFill>
                <a:srgbClr val="78909C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386753" y="1093325"/>
            <a:ext cx="1983300" cy="29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CC0000"/>
                </a:solidFill>
                <a:latin typeface="Red Hat Text"/>
                <a:ea typeface="Red Hat Text"/>
                <a:cs typeface="Red Hat Text"/>
                <a:sym typeface="Red Hat Text"/>
              </a:rPr>
              <a:t>INSTRUCTIONS:</a:t>
            </a:r>
            <a:endParaRPr sz="1100" b="1">
              <a:solidFill>
                <a:srgbClr val="CC0000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i="1">
              <a:solidFill>
                <a:srgbClr val="CC0000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Use this slide to provide input on successors for your role.</a:t>
            </a:r>
            <a:endParaRPr sz="1100" i="1">
              <a:solidFill>
                <a:schemeClr val="dk2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chemeClr val="dk2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Review this information with your manager for their succession planning requirement.</a:t>
            </a:r>
            <a:endParaRPr sz="1100" i="1">
              <a:solidFill>
                <a:schemeClr val="dk2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i="1">
              <a:solidFill>
                <a:schemeClr val="dk2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i="1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Note:</a:t>
            </a:r>
            <a:r>
              <a:rPr lang="en" sz="1100" i="1">
                <a:solidFill>
                  <a:schemeClr val="dk2"/>
                </a:solidFill>
                <a:latin typeface="Red Hat Text"/>
                <a:ea typeface="Red Hat Text"/>
                <a:cs typeface="Red Hat Text"/>
                <a:sym typeface="Red Hat Text"/>
              </a:rPr>
              <a:t> new definitions for each category available on slide 30 of the Appendix.</a:t>
            </a:r>
            <a:endParaRPr sz="1100" i="1">
              <a:solidFill>
                <a:schemeClr val="dk2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2733003" y="1408739"/>
            <a:ext cx="30462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2733003" y="2022634"/>
            <a:ext cx="16542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2733003" y="2641407"/>
            <a:ext cx="16542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2733003" y="3272613"/>
            <a:ext cx="16542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2733003" y="3903818"/>
            <a:ext cx="16542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212" name="Google Shape;212;p23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ccessor 5">
  <p:cSld name="CUSTOM_7_1_1_1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4" name="Google Shape;214;p2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2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16" name="Google Shape;216;p24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/>
          <p:nvPr/>
        </p:nvSpPr>
        <p:spPr>
          <a:xfrm>
            <a:off x="5517713" y="1120275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18" name="Google Shape;218;p24"/>
          <p:cNvSpPr/>
          <p:nvPr/>
        </p:nvSpPr>
        <p:spPr>
          <a:xfrm>
            <a:off x="3732238" y="1122025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19" name="Google Shape;219;p24"/>
          <p:cNvSpPr/>
          <p:nvPr/>
        </p:nvSpPr>
        <p:spPr>
          <a:xfrm>
            <a:off x="1946763" y="1105413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0" name="Google Shape;220;p24"/>
          <p:cNvSpPr/>
          <p:nvPr/>
        </p:nvSpPr>
        <p:spPr>
          <a:xfrm>
            <a:off x="161288" y="1118303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1" name="Google Shape;221;p24"/>
          <p:cNvSpPr/>
          <p:nvPr/>
        </p:nvSpPr>
        <p:spPr>
          <a:xfrm>
            <a:off x="7324088" y="1105413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663788" y="1966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Text"/>
                <a:ea typeface="Red Hat Text"/>
                <a:cs typeface="Red Hat Text"/>
                <a:sym typeface="Red Hat Text"/>
              </a:rPr>
              <a:t>Succession Planning (Your Team)</a:t>
            </a:r>
            <a:endParaRPr sz="20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5580951" y="1115575"/>
            <a:ext cx="1264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5580966" y="184880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5580963" y="258785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5580966" y="334175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5580966" y="414606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3795477" y="1117325"/>
            <a:ext cx="11292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3795491" y="185055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3795488" y="258960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3795491" y="334350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3795491" y="414781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2010002" y="1100725"/>
            <a:ext cx="11292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2010016" y="183393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2010013" y="257298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2010016" y="332688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2010016" y="4131206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224527" y="1113616"/>
            <a:ext cx="1185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224541" y="184682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40" name="Google Shape;240;p24"/>
          <p:cNvSpPr txBox="1"/>
          <p:nvPr/>
        </p:nvSpPr>
        <p:spPr>
          <a:xfrm>
            <a:off x="224538" y="258587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41" name="Google Shape;241;p24"/>
          <p:cNvSpPr txBox="1"/>
          <p:nvPr/>
        </p:nvSpPr>
        <p:spPr>
          <a:xfrm>
            <a:off x="224541" y="333977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42" name="Google Shape;242;p24"/>
          <p:cNvSpPr txBox="1"/>
          <p:nvPr/>
        </p:nvSpPr>
        <p:spPr>
          <a:xfrm>
            <a:off x="224541" y="4144097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43" name="Google Shape;243;p24"/>
          <p:cNvSpPr txBox="1"/>
          <p:nvPr/>
        </p:nvSpPr>
        <p:spPr>
          <a:xfrm>
            <a:off x="7387327" y="1100725"/>
            <a:ext cx="1185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44" name="Google Shape;244;p24"/>
          <p:cNvSpPr txBox="1"/>
          <p:nvPr/>
        </p:nvSpPr>
        <p:spPr>
          <a:xfrm>
            <a:off x="7387341" y="183393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45" name="Google Shape;245;p24"/>
          <p:cNvSpPr txBox="1"/>
          <p:nvPr/>
        </p:nvSpPr>
        <p:spPr>
          <a:xfrm>
            <a:off x="7387338" y="257298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46" name="Google Shape;246;p24"/>
          <p:cNvSpPr txBox="1"/>
          <p:nvPr/>
        </p:nvSpPr>
        <p:spPr>
          <a:xfrm>
            <a:off x="7387341" y="332688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>
            <a:off x="7387341" y="4131206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248" name="Google Shape;248;p24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ccessor 4">
  <p:cSld name="CUSTOM_7_1_1_1_1_1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0" name="Google Shape;250;p2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1" name="Google Shape;251;p2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2" name="Google Shape;252;p25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5"/>
          <p:cNvSpPr txBox="1"/>
          <p:nvPr/>
        </p:nvSpPr>
        <p:spPr>
          <a:xfrm>
            <a:off x="663788" y="1966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Text"/>
                <a:ea typeface="Red Hat Text"/>
                <a:cs typeface="Red Hat Text"/>
                <a:sym typeface="Red Hat Text"/>
              </a:rPr>
              <a:t>Succession Planning (Your Team)</a:t>
            </a:r>
            <a:endParaRPr sz="20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254" name="Google Shape;254;p25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5"/>
          <p:cNvSpPr/>
          <p:nvPr/>
        </p:nvSpPr>
        <p:spPr>
          <a:xfrm>
            <a:off x="4527113" y="1120275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56" name="Google Shape;256;p25"/>
          <p:cNvSpPr/>
          <p:nvPr/>
        </p:nvSpPr>
        <p:spPr>
          <a:xfrm>
            <a:off x="2741638" y="1122025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57" name="Google Shape;257;p25"/>
          <p:cNvSpPr/>
          <p:nvPr/>
        </p:nvSpPr>
        <p:spPr>
          <a:xfrm>
            <a:off x="956163" y="1118303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58" name="Google Shape;258;p25"/>
          <p:cNvSpPr/>
          <p:nvPr/>
        </p:nvSpPr>
        <p:spPr>
          <a:xfrm>
            <a:off x="6333488" y="1105413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4590351" y="1115575"/>
            <a:ext cx="1264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4590366" y="184880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4590363" y="258785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4590366" y="334175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4590366" y="414606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2804877" y="1117325"/>
            <a:ext cx="11292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2804891" y="185055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2804888" y="258960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2804891" y="334350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68" name="Google Shape;268;p25"/>
          <p:cNvSpPr txBox="1"/>
          <p:nvPr/>
        </p:nvSpPr>
        <p:spPr>
          <a:xfrm>
            <a:off x="2804891" y="414781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69" name="Google Shape;269;p25"/>
          <p:cNvSpPr txBox="1"/>
          <p:nvPr/>
        </p:nvSpPr>
        <p:spPr>
          <a:xfrm>
            <a:off x="1019402" y="1113616"/>
            <a:ext cx="11292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1019416" y="184682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71" name="Google Shape;271;p25"/>
          <p:cNvSpPr txBox="1"/>
          <p:nvPr/>
        </p:nvSpPr>
        <p:spPr>
          <a:xfrm>
            <a:off x="1019413" y="258587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1019416" y="333977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1019416" y="4144097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6396727" y="1100725"/>
            <a:ext cx="11853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75" name="Google Shape;275;p25"/>
          <p:cNvSpPr txBox="1"/>
          <p:nvPr/>
        </p:nvSpPr>
        <p:spPr>
          <a:xfrm>
            <a:off x="6396741" y="183393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76" name="Google Shape;276;p25"/>
          <p:cNvSpPr txBox="1"/>
          <p:nvPr/>
        </p:nvSpPr>
        <p:spPr>
          <a:xfrm>
            <a:off x="6396738" y="257298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77" name="Google Shape;277;p25"/>
          <p:cNvSpPr txBox="1"/>
          <p:nvPr/>
        </p:nvSpPr>
        <p:spPr>
          <a:xfrm>
            <a:off x="6396741" y="332688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6396741" y="4131206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279" name="Google Shape;279;p25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ccessor 3">
  <p:cSld name="CUSTOM_7_1_1_1_1_1_1"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2" name="Google Shape;282;p2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3" name="Google Shape;283;p2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84" name="Google Shape;284;p26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6"/>
          <p:cNvSpPr txBox="1"/>
          <p:nvPr/>
        </p:nvSpPr>
        <p:spPr>
          <a:xfrm>
            <a:off x="663788" y="1966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Text"/>
                <a:ea typeface="Red Hat Text"/>
                <a:cs typeface="Red Hat Text"/>
                <a:sym typeface="Red Hat Text"/>
              </a:rPr>
              <a:t>Succession Planning (Your Team)</a:t>
            </a:r>
            <a:endParaRPr sz="20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286" name="Google Shape;286;p26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6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5441513" y="1120275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90" name="Google Shape;290;p26"/>
          <p:cNvSpPr/>
          <p:nvPr/>
        </p:nvSpPr>
        <p:spPr>
          <a:xfrm>
            <a:off x="3656038" y="1122025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91" name="Google Shape;291;p26"/>
          <p:cNvSpPr/>
          <p:nvPr/>
        </p:nvSpPr>
        <p:spPr>
          <a:xfrm>
            <a:off x="1870563" y="1118303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92" name="Google Shape;292;p26"/>
          <p:cNvSpPr txBox="1"/>
          <p:nvPr/>
        </p:nvSpPr>
        <p:spPr>
          <a:xfrm>
            <a:off x="5504751" y="1115575"/>
            <a:ext cx="12645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5504766" y="184880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5504763" y="258785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95" name="Google Shape;295;p26"/>
          <p:cNvSpPr txBox="1"/>
          <p:nvPr/>
        </p:nvSpPr>
        <p:spPr>
          <a:xfrm>
            <a:off x="5504766" y="334175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96" name="Google Shape;296;p26"/>
          <p:cNvSpPr txBox="1"/>
          <p:nvPr/>
        </p:nvSpPr>
        <p:spPr>
          <a:xfrm>
            <a:off x="5504766" y="414606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97" name="Google Shape;297;p26"/>
          <p:cNvSpPr txBox="1"/>
          <p:nvPr/>
        </p:nvSpPr>
        <p:spPr>
          <a:xfrm>
            <a:off x="3719277" y="1117325"/>
            <a:ext cx="11292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98" name="Google Shape;298;p26"/>
          <p:cNvSpPr txBox="1"/>
          <p:nvPr/>
        </p:nvSpPr>
        <p:spPr>
          <a:xfrm>
            <a:off x="3719291" y="185055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99" name="Google Shape;299;p26"/>
          <p:cNvSpPr txBox="1"/>
          <p:nvPr/>
        </p:nvSpPr>
        <p:spPr>
          <a:xfrm>
            <a:off x="3719288" y="258960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00" name="Google Shape;300;p26"/>
          <p:cNvSpPr txBox="1"/>
          <p:nvPr/>
        </p:nvSpPr>
        <p:spPr>
          <a:xfrm>
            <a:off x="3719291" y="3343500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01" name="Google Shape;301;p26"/>
          <p:cNvSpPr txBox="1"/>
          <p:nvPr/>
        </p:nvSpPr>
        <p:spPr>
          <a:xfrm>
            <a:off x="3719291" y="414781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02" name="Google Shape;302;p26"/>
          <p:cNvSpPr txBox="1"/>
          <p:nvPr/>
        </p:nvSpPr>
        <p:spPr>
          <a:xfrm>
            <a:off x="1933802" y="1113616"/>
            <a:ext cx="11292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03" name="Google Shape;303;p26"/>
          <p:cNvSpPr txBox="1"/>
          <p:nvPr/>
        </p:nvSpPr>
        <p:spPr>
          <a:xfrm>
            <a:off x="1933816" y="184682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04" name="Google Shape;304;p26"/>
          <p:cNvSpPr txBox="1"/>
          <p:nvPr/>
        </p:nvSpPr>
        <p:spPr>
          <a:xfrm>
            <a:off x="1933813" y="258587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05" name="Google Shape;305;p26"/>
          <p:cNvSpPr txBox="1"/>
          <p:nvPr/>
        </p:nvSpPr>
        <p:spPr>
          <a:xfrm>
            <a:off x="1933816" y="333977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1933816" y="4144097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307" name="Google Shape;307;p26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ccessor 2">
  <p:cSld name="CUSTOM_7_1_1_1_1_1_1_1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9" name="Google Shape;309;p2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2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1" name="Google Shape;311;p27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7"/>
          <p:cNvSpPr txBox="1"/>
          <p:nvPr/>
        </p:nvSpPr>
        <p:spPr>
          <a:xfrm>
            <a:off x="663788" y="1966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Text"/>
                <a:ea typeface="Red Hat Text"/>
                <a:cs typeface="Red Hat Text"/>
                <a:sym typeface="Red Hat Text"/>
              </a:rPr>
              <a:t>Succession Planning (Your Team)</a:t>
            </a:r>
            <a:endParaRPr sz="20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313" name="Google Shape;313;p27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6" name="Google Shape;316;p27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7"/>
          <p:cNvSpPr/>
          <p:nvPr/>
        </p:nvSpPr>
        <p:spPr>
          <a:xfrm>
            <a:off x="4570438" y="1109134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18" name="Google Shape;318;p27"/>
          <p:cNvSpPr/>
          <p:nvPr/>
        </p:nvSpPr>
        <p:spPr>
          <a:xfrm>
            <a:off x="2784963" y="1105413"/>
            <a:ext cx="1636200" cy="38586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19" name="Google Shape;319;p27"/>
          <p:cNvSpPr txBox="1"/>
          <p:nvPr/>
        </p:nvSpPr>
        <p:spPr>
          <a:xfrm>
            <a:off x="4633677" y="1104434"/>
            <a:ext cx="11292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20" name="Google Shape;320;p27"/>
          <p:cNvSpPr txBox="1"/>
          <p:nvPr/>
        </p:nvSpPr>
        <p:spPr>
          <a:xfrm>
            <a:off x="4633691" y="1837659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21" name="Google Shape;321;p27"/>
          <p:cNvSpPr txBox="1"/>
          <p:nvPr/>
        </p:nvSpPr>
        <p:spPr>
          <a:xfrm>
            <a:off x="4633688" y="2576709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22" name="Google Shape;322;p27"/>
          <p:cNvSpPr txBox="1"/>
          <p:nvPr/>
        </p:nvSpPr>
        <p:spPr>
          <a:xfrm>
            <a:off x="4633691" y="3330609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23" name="Google Shape;323;p27"/>
          <p:cNvSpPr txBox="1"/>
          <p:nvPr/>
        </p:nvSpPr>
        <p:spPr>
          <a:xfrm>
            <a:off x="4633691" y="4134927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24" name="Google Shape;324;p27"/>
          <p:cNvSpPr txBox="1"/>
          <p:nvPr/>
        </p:nvSpPr>
        <p:spPr>
          <a:xfrm>
            <a:off x="2848202" y="1100725"/>
            <a:ext cx="11292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NOW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25" name="Google Shape;325;p27"/>
          <p:cNvSpPr txBox="1"/>
          <p:nvPr/>
        </p:nvSpPr>
        <p:spPr>
          <a:xfrm>
            <a:off x="2848216" y="183393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1 YEAR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26" name="Google Shape;326;p27"/>
          <p:cNvSpPr txBox="1"/>
          <p:nvPr/>
        </p:nvSpPr>
        <p:spPr>
          <a:xfrm>
            <a:off x="2848213" y="257298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READY: 2 YEARS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2848216" y="3326888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EMERGENCY PLAN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28" name="Google Shape;328;p27"/>
          <p:cNvSpPr txBox="1"/>
          <p:nvPr/>
        </p:nvSpPr>
        <p:spPr>
          <a:xfrm>
            <a:off x="2848216" y="4131206"/>
            <a:ext cx="1506600" cy="2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EXTERNAL CANDIDATE(S)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329" name="Google Shape;329;p27"/>
          <p:cNvPicPr preferRelativeResize="0"/>
          <p:nvPr/>
        </p:nvPicPr>
        <p:blipFill rotWithShape="1">
          <a:blip r:embed="rId2">
            <a:alphaModFix/>
          </a:blip>
          <a:srcRect t="258" b="258"/>
          <a:stretch/>
        </p:blipFill>
        <p:spPr>
          <a:xfrm>
            <a:off x="437948" y="114126"/>
            <a:ext cx="437780" cy="378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ccess profile">
  <p:cSld name="CUSTOM_7_1_1_1_1_1_1_1_1"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1" name="Google Shape;331;p2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2" name="Google Shape;332;p2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3" name="Google Shape;333;p2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667666" y="1204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Text"/>
                <a:ea typeface="Red Hat Text"/>
                <a:cs typeface="Red Hat Text"/>
                <a:sym typeface="Red Hat Text"/>
              </a:rPr>
              <a:t>Senior Leader Success Profile</a:t>
            </a:r>
            <a:endParaRPr sz="20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35" name="Google Shape;335;p28"/>
          <p:cNvSpPr txBox="1">
            <a:spLocks noGrp="1"/>
          </p:cNvSpPr>
          <p:nvPr>
            <p:ph type="sldNum" idx="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28"/>
          <p:cNvSpPr/>
          <p:nvPr/>
        </p:nvSpPr>
        <p:spPr>
          <a:xfrm>
            <a:off x="197825" y="3871106"/>
            <a:ext cx="179700" cy="188700"/>
          </a:xfrm>
          <a:prstGeom prst="flowChartConnector">
            <a:avLst/>
          </a:prstGeom>
          <a:solidFill>
            <a:srgbClr val="33BA34">
              <a:alpha val="2769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197825" y="3466175"/>
            <a:ext cx="179700" cy="188700"/>
          </a:xfrm>
          <a:prstGeom prst="flowChartConnector">
            <a:avLst/>
          </a:prstGeom>
          <a:solidFill>
            <a:srgbClr val="6AA84F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197825" y="4276038"/>
            <a:ext cx="179700" cy="188700"/>
          </a:xfrm>
          <a:prstGeom prst="flowChartConnector">
            <a:avLst/>
          </a:prstGeom>
          <a:solidFill>
            <a:srgbClr val="FFFF00">
              <a:alpha val="23850"/>
            </a:srgbClr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39" name="Google Shape;339;p28"/>
          <p:cNvSpPr txBox="1"/>
          <p:nvPr/>
        </p:nvSpPr>
        <p:spPr>
          <a:xfrm>
            <a:off x="395125" y="3339875"/>
            <a:ext cx="10866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Red Hat Text"/>
                <a:ea typeface="Red Hat Text"/>
                <a:cs typeface="Red Hat Text"/>
                <a:sym typeface="Red Hat Text"/>
              </a:rPr>
              <a:t>Strength to Leverage</a:t>
            </a:r>
            <a:endParaRPr sz="700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Red Hat Text"/>
                <a:ea typeface="Red Hat Text"/>
                <a:cs typeface="Red Hat Text"/>
                <a:sym typeface="Red Hat Text"/>
              </a:rPr>
              <a:t>(exceeding target level)</a:t>
            </a:r>
            <a:endParaRPr sz="600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Red Hat Text"/>
                <a:ea typeface="Red Hat Text"/>
                <a:cs typeface="Red Hat Text"/>
                <a:sym typeface="Red Hat Text"/>
              </a:rPr>
              <a:t>As Expected</a:t>
            </a:r>
            <a:endParaRPr sz="700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Red Hat Text"/>
                <a:ea typeface="Red Hat Text"/>
                <a:cs typeface="Red Hat Text"/>
                <a:sym typeface="Red Hat Text"/>
              </a:rPr>
              <a:t>(meeting target level)</a:t>
            </a:r>
            <a:endParaRPr sz="600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latin typeface="Red Hat Text"/>
                <a:ea typeface="Red Hat Text"/>
                <a:cs typeface="Red Hat Text"/>
                <a:sym typeface="Red Hat Text"/>
              </a:rPr>
              <a:t>Development Area</a:t>
            </a:r>
            <a:endParaRPr sz="700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latin typeface="Red Hat Text"/>
                <a:ea typeface="Red Hat Text"/>
                <a:cs typeface="Red Hat Text"/>
                <a:sym typeface="Red Hat Text"/>
              </a:rPr>
              <a:t>(below target level)</a:t>
            </a:r>
            <a:endParaRPr sz="6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40" name="Google Shape;340;p28"/>
          <p:cNvSpPr txBox="1"/>
          <p:nvPr/>
        </p:nvSpPr>
        <p:spPr>
          <a:xfrm>
            <a:off x="161850" y="3125000"/>
            <a:ext cx="1244100" cy="2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Red Hat Text"/>
                <a:ea typeface="Red Hat Text"/>
                <a:cs typeface="Red Hat Text"/>
                <a:sym typeface="Red Hat Text"/>
              </a:rPr>
              <a:t>Competency Rating: </a:t>
            </a:r>
            <a:endParaRPr sz="800" b="1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41" name="Google Shape;341;p28"/>
          <p:cNvSpPr txBox="1"/>
          <p:nvPr/>
        </p:nvSpPr>
        <p:spPr>
          <a:xfrm>
            <a:off x="90000" y="2064425"/>
            <a:ext cx="1391700" cy="10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i="1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rPr>
              <a:t>Consider the critical capabilities for their current or future role(s) as well as the past, potential and unique qualifications that make them successful.</a:t>
            </a:r>
            <a:endParaRPr sz="800" b="1" i="1">
              <a:solidFill>
                <a:schemeClr val="accen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42" name="Google Shape;342;p28"/>
          <p:cNvSpPr txBox="1"/>
          <p:nvPr/>
        </p:nvSpPr>
        <p:spPr>
          <a:xfrm>
            <a:off x="1572350" y="549550"/>
            <a:ext cx="2423400" cy="269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COMPETENCIES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43" name="Google Shape;343;p28"/>
          <p:cNvSpPr txBox="1"/>
          <p:nvPr/>
        </p:nvSpPr>
        <p:spPr>
          <a:xfrm>
            <a:off x="4085005" y="549550"/>
            <a:ext cx="2423400" cy="269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ESSENTIAL EXPERIENCES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44" name="Google Shape;344;p28"/>
          <p:cNvSpPr txBox="1"/>
          <p:nvPr/>
        </p:nvSpPr>
        <p:spPr>
          <a:xfrm>
            <a:off x="6597657" y="549550"/>
            <a:ext cx="2423400" cy="269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UNIQUE QUALIFICATIONS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345" name="Google Shape;345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06326" y="4557601"/>
            <a:ext cx="475275" cy="47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28" descr="Icon_RH_Diagram_DevelopmentModel_RGB_COLORED_R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700" y="114937"/>
            <a:ext cx="548700" cy="461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v Profile">
  <p:cSld name="CUSTOM_7_1_1_1_1_1_1_1_1_1"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8" name="Google Shape;348;p2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49" name="Google Shape;349;p2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0" name="Google Shape;350;p2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29"/>
          <p:cNvSpPr txBox="1"/>
          <p:nvPr/>
        </p:nvSpPr>
        <p:spPr>
          <a:xfrm>
            <a:off x="663753" y="287038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Text"/>
                <a:ea typeface="Red Hat Text"/>
                <a:cs typeface="Red Hat Text"/>
                <a:sym typeface="Red Hat Text"/>
              </a:rPr>
              <a:t>Senior Leader Development Profile</a:t>
            </a:r>
            <a:endParaRPr sz="20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52" name="Google Shape;352;p29"/>
          <p:cNvSpPr txBox="1"/>
          <p:nvPr/>
        </p:nvSpPr>
        <p:spPr>
          <a:xfrm>
            <a:off x="1572350" y="778150"/>
            <a:ext cx="7445700" cy="269700"/>
          </a:xfrm>
          <a:prstGeom prst="rect">
            <a:avLst/>
          </a:prstGeom>
          <a:solidFill>
            <a:schemeClr val="dk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DEVELOPMENT PLANNING (70/20/10)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90000" y="2163551"/>
            <a:ext cx="1293900" cy="8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1" i="1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rPr>
              <a:t>Consider the critical capabilities for their current or future role(s) and create a targeted development plan. Indicate the readiness for promotion and the next role that should be considered.  Indicate potential for accelerated development.</a:t>
            </a:r>
            <a:endParaRPr sz="600" b="1" i="1">
              <a:solidFill>
                <a:schemeClr val="accen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54" name="Google Shape;354;p29"/>
          <p:cNvSpPr txBox="1"/>
          <p:nvPr/>
        </p:nvSpPr>
        <p:spPr>
          <a:xfrm>
            <a:off x="1572350" y="1124950"/>
            <a:ext cx="17985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Red Hat Text"/>
                <a:ea typeface="Red Hat Text"/>
                <a:cs typeface="Red Hat Text"/>
                <a:sym typeface="Red Hat Text"/>
              </a:rPr>
              <a:t>Experience (70%)</a:t>
            </a:r>
            <a:endParaRPr sz="800" b="1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ed Hat Text"/>
                <a:ea typeface="Red Hat Text"/>
                <a:cs typeface="Red Hat Text"/>
                <a:sym typeface="Red Hat Text"/>
              </a:rPr>
              <a:t>e.g. stretch assignments and leadership roles</a:t>
            </a:r>
            <a:endParaRPr sz="8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55" name="Google Shape;355;p29"/>
          <p:cNvSpPr txBox="1"/>
          <p:nvPr/>
        </p:nvSpPr>
        <p:spPr>
          <a:xfrm>
            <a:off x="1572350" y="1739650"/>
            <a:ext cx="1798500" cy="51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Red Hat Text"/>
                <a:ea typeface="Red Hat Text"/>
                <a:cs typeface="Red Hat Text"/>
                <a:sym typeface="Red Hat Text"/>
              </a:rPr>
              <a:t>Exposure (20%)</a:t>
            </a:r>
            <a:endParaRPr sz="800" b="1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ed Hat Text"/>
                <a:ea typeface="Red Hat Text"/>
                <a:cs typeface="Red Hat Text"/>
                <a:sym typeface="Red Hat Text"/>
              </a:rPr>
              <a:t>e.g. coaching and mentoring</a:t>
            </a:r>
            <a:endParaRPr sz="800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ed Hat Text"/>
                <a:ea typeface="Red Hat Text"/>
                <a:cs typeface="Red Hat Text"/>
                <a:sym typeface="Red Hat Text"/>
              </a:rPr>
              <a:t>Consider current and future peer groups.</a:t>
            </a:r>
            <a:endParaRPr sz="8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56" name="Google Shape;356;p29"/>
          <p:cNvSpPr txBox="1"/>
          <p:nvPr/>
        </p:nvSpPr>
        <p:spPr>
          <a:xfrm>
            <a:off x="1572350" y="2326750"/>
            <a:ext cx="1798500" cy="5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latin typeface="Red Hat Text"/>
                <a:ea typeface="Red Hat Text"/>
                <a:cs typeface="Red Hat Text"/>
                <a:sym typeface="Red Hat Text"/>
              </a:rPr>
              <a:t>Education (10%)</a:t>
            </a:r>
            <a:endParaRPr sz="800" b="1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Red Hat Text"/>
                <a:ea typeface="Red Hat Text"/>
                <a:cs typeface="Red Hat Text"/>
                <a:sym typeface="Red Hat Text"/>
              </a:rPr>
              <a:t>e.g. Manager Excellence Program</a:t>
            </a:r>
            <a:endParaRPr sz="8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57" name="Google Shape;357;p29"/>
          <p:cNvSpPr txBox="1"/>
          <p:nvPr/>
        </p:nvSpPr>
        <p:spPr>
          <a:xfrm>
            <a:off x="90000" y="3126850"/>
            <a:ext cx="1293900" cy="2697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rgbClr val="78909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AREAS OF FOCUS</a:t>
            </a:r>
            <a:endParaRPr sz="8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358" name="Google Shape;358;p29" descr="Icon_RH_Diagram_DevelopmentModel_RGB_COLORED_R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700" y="114937"/>
            <a:ext cx="548700" cy="461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r Leader Dev">
  <p:cSld name="CUSTOM_7_1_1_1_1_1_1_1_1_1_1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0" name="Google Shape;360;p3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3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62" name="Google Shape;362;p3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3" name="Google Shape;363;p30"/>
          <p:cNvSpPr txBox="1"/>
          <p:nvPr/>
        </p:nvSpPr>
        <p:spPr>
          <a:xfrm>
            <a:off x="663738" y="425213"/>
            <a:ext cx="7816500" cy="4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Red Hat Text"/>
                <a:ea typeface="Red Hat Text"/>
                <a:cs typeface="Red Hat Text"/>
                <a:sym typeface="Red Hat Text"/>
              </a:rPr>
              <a:t>Senior Leader Development</a:t>
            </a:r>
            <a:endParaRPr sz="20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64" name="Google Shape;364;p30"/>
          <p:cNvSpPr/>
          <p:nvPr/>
        </p:nvSpPr>
        <p:spPr>
          <a:xfrm>
            <a:off x="456125" y="1246675"/>
            <a:ext cx="15696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Name</a:t>
            </a:r>
            <a:endParaRPr sz="11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65" name="Google Shape;365;p30"/>
          <p:cNvSpPr/>
          <p:nvPr/>
        </p:nvSpPr>
        <p:spPr>
          <a:xfrm>
            <a:off x="2111013" y="1246675"/>
            <a:ext cx="15696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Current Role</a:t>
            </a:r>
            <a:endParaRPr sz="11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5420788" y="1246675"/>
            <a:ext cx="15696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CY20 9-Box Rating</a:t>
            </a:r>
            <a:endParaRPr sz="11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i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i.e., Performance and Potential</a:t>
            </a:r>
            <a:endParaRPr sz="900" i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7075675" y="1246675"/>
            <a:ext cx="15696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Program Nomination</a:t>
            </a:r>
            <a:endParaRPr sz="1100" b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68" name="Google Shape;368;p30"/>
          <p:cNvSpPr txBox="1"/>
          <p:nvPr/>
        </p:nvSpPr>
        <p:spPr>
          <a:xfrm>
            <a:off x="1288800" y="4734875"/>
            <a:ext cx="6371400" cy="30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ed Hat Text"/>
                <a:ea typeface="Red Hat Text"/>
                <a:cs typeface="Red Hat Text"/>
                <a:sym typeface="Red Hat Text"/>
              </a:rPr>
              <a:t>Include nominations for ALDP and ALDE on this page. </a:t>
            </a:r>
            <a:r>
              <a:rPr lang="en" sz="900" u="sng">
                <a:latin typeface="Red Hat Text"/>
                <a:ea typeface="Red Hat Text"/>
                <a:cs typeface="Red Hat Text"/>
                <a:sym typeface="Red Hat Text"/>
              </a:rPr>
              <a:t>Additional details can be found on page 34 of appendix.</a:t>
            </a:r>
            <a:endParaRPr sz="900" u="sng">
              <a:latin typeface="Red Hat Text"/>
              <a:ea typeface="Red Hat Text"/>
              <a:cs typeface="Red Hat Text"/>
              <a:sym typeface="Red Hat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Red Hat Text"/>
                <a:ea typeface="Red Hat Text"/>
                <a:cs typeface="Red Hat Text"/>
                <a:sym typeface="Red Hat Text"/>
              </a:rPr>
              <a:t>Target audience(s): </a:t>
            </a:r>
            <a:r>
              <a:rPr lang="en" sz="900" b="1">
                <a:latin typeface="Red Hat Text"/>
                <a:ea typeface="Red Hat Text"/>
                <a:cs typeface="Red Hat Text"/>
                <a:sym typeface="Red Hat Text"/>
              </a:rPr>
              <a:t>ALDP</a:t>
            </a:r>
            <a:r>
              <a:rPr lang="en" sz="900">
                <a:latin typeface="Red Hat Text"/>
                <a:ea typeface="Red Hat Text"/>
                <a:cs typeface="Red Hat Text"/>
                <a:sym typeface="Red Hat Text"/>
              </a:rPr>
              <a:t> (Sr. Manager &amp; Director); </a:t>
            </a:r>
            <a:r>
              <a:rPr lang="en" sz="900" b="1">
                <a:latin typeface="Red Hat Text"/>
                <a:ea typeface="Red Hat Text"/>
                <a:cs typeface="Red Hat Text"/>
                <a:sym typeface="Red Hat Text"/>
              </a:rPr>
              <a:t>ALDE</a:t>
            </a:r>
            <a:r>
              <a:rPr lang="en" sz="900">
                <a:latin typeface="Red Hat Text"/>
                <a:ea typeface="Red Hat Text"/>
                <a:cs typeface="Red Hat Text"/>
                <a:sym typeface="Red Hat Text"/>
              </a:rPr>
              <a:t> (Sr. Director &amp; VP)</a:t>
            </a:r>
            <a:endParaRPr sz="90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69" name="Google Shape;369;p30"/>
          <p:cNvSpPr/>
          <p:nvPr/>
        </p:nvSpPr>
        <p:spPr>
          <a:xfrm>
            <a:off x="3765900" y="1246675"/>
            <a:ext cx="1569600" cy="484800"/>
          </a:xfrm>
          <a:prstGeom prst="rect">
            <a:avLst/>
          </a:prstGeom>
          <a:solidFill>
            <a:schemeClr val="dk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FFFFFF"/>
                </a:solidFill>
                <a:latin typeface="Red Hat Text"/>
                <a:ea typeface="Red Hat Text"/>
                <a:cs typeface="Red Hat Text"/>
                <a:sym typeface="Red Hat Text"/>
              </a:rPr>
              <a:t>On Succession Plan(s)</a:t>
            </a:r>
            <a:endParaRPr sz="900" i="1">
              <a:solidFill>
                <a:srgbClr val="FFFFFF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70" name="Google Shape;370;p30"/>
          <p:cNvSpPr txBox="1"/>
          <p:nvPr/>
        </p:nvSpPr>
        <p:spPr>
          <a:xfrm>
            <a:off x="663844" y="687713"/>
            <a:ext cx="78165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accent1"/>
                </a:solidFill>
                <a:latin typeface="Red Hat Text"/>
                <a:ea typeface="Red Hat Text"/>
                <a:cs typeface="Red Hat Text"/>
                <a:sym typeface="Red Hat Text"/>
              </a:rPr>
              <a:t>Program Nominations: ALDP, ALDE</a:t>
            </a:r>
            <a:endParaRPr sz="1400">
              <a:solidFill>
                <a:schemeClr val="accen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371" name="Google Shape;371;p30" descr="Icon_RH_Diagram_DevelopmentModel_RGB_COLORED_RED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700" y="114937"/>
            <a:ext cx="548700" cy="461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image left">
  <p:cSld name="CUSTOM_4_2"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374" name="Google Shape;374;p31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375" name="Google Shape;375;p3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76" name="Google Shape;376;p3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7" name="Google Shape;377;p3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8" name="Google Shape;378;p31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31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0" name="Google Shape;380;p31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1" name="Google Shape;381;p31"/>
          <p:cNvSpPr txBox="1">
            <a:spLocks noGrp="1"/>
          </p:cNvSpPr>
          <p:nvPr>
            <p:ph type="subTitle" idx="4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me 3 closing">
  <p:cSld name="CUSTOM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2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4" name="Google Shape;38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5" name="Google Shape;385;p3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6" name="Google Shape;386;p32"/>
          <p:cNvSpPr txBox="1">
            <a:spLocks noGrp="1"/>
          </p:cNvSpPr>
          <p:nvPr>
            <p:ph type="title"/>
          </p:nvPr>
        </p:nvSpPr>
        <p:spPr>
          <a:xfrm>
            <a:off x="4245394" y="426470"/>
            <a:ext cx="4302300" cy="1446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387" name="Google Shape;387;p32"/>
          <p:cNvSpPr txBox="1">
            <a:spLocks noGrp="1"/>
          </p:cNvSpPr>
          <p:nvPr>
            <p:ph type="subTitle" idx="1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spcFirstLastPara="1" wrap="square" lIns="377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388" name="Google Shape;388;p32"/>
          <p:cNvSpPr txBox="1">
            <a:spLocks noGrp="1"/>
          </p:cNvSpPr>
          <p:nvPr>
            <p:ph type="subTitle" idx="2"/>
          </p:nvPr>
        </p:nvSpPr>
        <p:spPr>
          <a:xfrm>
            <a:off x="4245394" y="2064300"/>
            <a:ext cx="3334800" cy="11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9" name="Google Shape;389;p32"/>
          <p:cNvSpPr txBox="1"/>
          <p:nvPr/>
        </p:nvSpPr>
        <p:spPr>
          <a:xfrm>
            <a:off x="4427587" y="3501900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linkedin.com/company/red-hat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90" name="Google Shape;390;p32"/>
          <p:cNvSpPr txBox="1"/>
          <p:nvPr/>
        </p:nvSpPr>
        <p:spPr>
          <a:xfrm>
            <a:off x="4427588" y="3880725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youtube.com/user/RedHatVideos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91" name="Google Shape;391;p32"/>
          <p:cNvSpPr txBox="1"/>
          <p:nvPr/>
        </p:nvSpPr>
        <p:spPr>
          <a:xfrm>
            <a:off x="6611644" y="3501900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92" name="Google Shape;392;p32"/>
          <p:cNvSpPr txBox="1"/>
          <p:nvPr/>
        </p:nvSpPr>
        <p:spPr>
          <a:xfrm>
            <a:off x="6611644" y="3880725"/>
            <a:ext cx="1920300" cy="1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twitter.com/RedHat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393" name="Google Shape;393;p32"/>
          <p:cNvPicPr preferRelativeResize="0"/>
          <p:nvPr/>
        </p:nvPicPr>
        <p:blipFill rotWithShape="1">
          <a:blip r:embed="rId4">
            <a:alphaModFix/>
          </a:blip>
          <a:srcRect l="2507" r="2498"/>
          <a:stretch/>
        </p:blipFill>
        <p:spPr>
          <a:xfrm>
            <a:off x="6439844" y="3880729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32"/>
          <p:cNvPicPr preferRelativeResize="0"/>
          <p:nvPr/>
        </p:nvPicPr>
        <p:blipFill rotWithShape="1">
          <a:blip r:embed="rId5">
            <a:alphaModFix/>
          </a:blip>
          <a:srcRect l="2678" r="2678"/>
          <a:stretch/>
        </p:blipFill>
        <p:spPr>
          <a:xfrm>
            <a:off x="6439844" y="3501904"/>
            <a:ext cx="171806" cy="180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32"/>
          <p:cNvPicPr preferRelativeResize="0"/>
          <p:nvPr/>
        </p:nvPicPr>
        <p:blipFill rotWithShape="1">
          <a:blip r:embed="rId6">
            <a:alphaModFix/>
          </a:blip>
          <a:srcRect l="2507" r="2498"/>
          <a:stretch/>
        </p:blipFill>
        <p:spPr>
          <a:xfrm>
            <a:off x="4245400" y="3880729"/>
            <a:ext cx="171806" cy="180862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32"/>
          <p:cNvSpPr/>
          <p:nvPr/>
        </p:nvSpPr>
        <p:spPr>
          <a:xfrm>
            <a:off x="4245400" y="3501904"/>
            <a:ext cx="171806" cy="180862"/>
          </a:xfrm>
          <a:prstGeom prst="rect">
            <a:avLst/>
          </a:prstGeom>
          <a:noFill/>
          <a:ln>
            <a:noFill/>
          </a:ln>
        </p:spPr>
      </p:sp>
      <p:sp>
        <p:nvSpPr>
          <p:cNvPr id="397" name="Google Shape;397;p3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me 3 divider">
  <p:cSld name="CUSTOM_3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33"/>
          <p:cNvSpPr txBox="1">
            <a:spLocks noGrp="1"/>
          </p:cNvSpPr>
          <p:nvPr>
            <p:ph type="title"/>
          </p:nvPr>
        </p:nvSpPr>
        <p:spPr>
          <a:xfrm>
            <a:off x="4255575" y="1224713"/>
            <a:ext cx="3777900" cy="29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400" name="Google Shape;400;p3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1" name="Google Shape;401;p33"/>
          <p:cNvSpPr txBox="1">
            <a:spLocks noGrp="1"/>
          </p:cNvSpPr>
          <p:nvPr>
            <p:ph type="subTitle" idx="1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spcFirstLastPara="1" wrap="square" lIns="377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pic>
        <p:nvPicPr>
          <p:cNvPr id="402" name="Google Shape;4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3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3">
  <p:cSld name="TITLE_3"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06" name="Google Shape;406;p3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07" name="Google Shape;407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">
  <p:cSld name="CUSTOM_4_3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410" name="Google Shape;410;p35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411" name="Google Shape;411;p3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2" name="Google Shape;412;p3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13" name="Google Shape;413;p3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4" name="Google Shape;414;p35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15" name="Google Shape;415;p35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">
  <p:cSld name="CUSTOM_4_4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418" name="Google Shape;418;p36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419" name="Google Shape;419;p3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20" name="Google Shape;420;p3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1" name="Google Shape;421;p3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2" name="Google Shape;422;p36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23" name="Google Shape;423;p36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me 1 closing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7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37"/>
          <p:cNvSpPr txBox="1">
            <a:spLocks noGrp="1"/>
          </p:cNvSpPr>
          <p:nvPr>
            <p:ph type="subTitle" idx="1"/>
          </p:nvPr>
        </p:nvSpPr>
        <p:spPr>
          <a:xfrm>
            <a:off x="1562794" y="2256319"/>
            <a:ext cx="3109800" cy="11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7" name="Google Shape;427;p37"/>
          <p:cNvSpPr txBox="1">
            <a:spLocks noGrp="1"/>
          </p:cNvSpPr>
          <p:nvPr>
            <p:ph type="title"/>
          </p:nvPr>
        </p:nvSpPr>
        <p:spPr>
          <a:xfrm>
            <a:off x="1562906" y="426469"/>
            <a:ext cx="3678900" cy="148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428" name="Google Shape;42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2003" y="2651988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3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2003" y="2075932"/>
            <a:ext cx="341963" cy="341963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37"/>
          <p:cNvSpPr/>
          <p:nvPr/>
        </p:nvSpPr>
        <p:spPr>
          <a:xfrm>
            <a:off x="5592003" y="1499876"/>
            <a:ext cx="341963" cy="341963"/>
          </a:xfrm>
          <a:prstGeom prst="rect">
            <a:avLst/>
          </a:prstGeom>
          <a:noFill/>
          <a:ln>
            <a:noFill/>
          </a:ln>
        </p:spPr>
      </p:sp>
      <p:pic>
        <p:nvPicPr>
          <p:cNvPr id="432" name="Google Shape;432;p3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2003" y="3228044"/>
            <a:ext cx="341963" cy="341963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37"/>
          <p:cNvSpPr txBox="1"/>
          <p:nvPr/>
        </p:nvSpPr>
        <p:spPr>
          <a:xfrm>
            <a:off x="5970356" y="1499869"/>
            <a:ext cx="23325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linkedin.com/company/red-hat</a:t>
            </a:r>
            <a:endParaRPr sz="11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434" name="Google Shape;434;p37"/>
          <p:cNvSpPr txBox="1"/>
          <p:nvPr/>
        </p:nvSpPr>
        <p:spPr>
          <a:xfrm>
            <a:off x="5970359" y="2075906"/>
            <a:ext cx="27951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youtube.com/user/RedHatVideos</a:t>
            </a:r>
            <a:endParaRPr sz="11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435" name="Google Shape;435;p37"/>
          <p:cNvSpPr txBox="1"/>
          <p:nvPr/>
        </p:nvSpPr>
        <p:spPr>
          <a:xfrm>
            <a:off x="5970356" y="2651944"/>
            <a:ext cx="23325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sz="11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436" name="Google Shape;436;p37"/>
          <p:cNvSpPr txBox="1"/>
          <p:nvPr/>
        </p:nvSpPr>
        <p:spPr>
          <a:xfrm>
            <a:off x="5970356" y="3227981"/>
            <a:ext cx="23325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twitter.com/RedHat</a:t>
            </a:r>
            <a:endParaRPr sz="11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cxnSp>
        <p:nvCxnSpPr>
          <p:cNvPr id="437" name="Google Shape;437;p37"/>
          <p:cNvCxnSpPr/>
          <p:nvPr/>
        </p:nvCxnSpPr>
        <p:spPr>
          <a:xfrm rot="10800000">
            <a:off x="335831" y="-37"/>
            <a:ext cx="0" cy="1712100"/>
          </a:xfrm>
          <a:prstGeom prst="straightConnector1">
            <a:avLst/>
          </a:prstGeom>
          <a:noFill/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8" name="Google Shape;438;p3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9" name="Google Shape;439;p3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me 1 divider">
  <p:cSld name="CUSTOM_3_1_2">
    <p:bg>
      <p:bgPr>
        <a:noFill/>
        <a:effectLst/>
      </p:bgPr>
    </p:bg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"/>
          <p:cNvSpPr txBox="1">
            <a:spLocks noGrp="1"/>
          </p:cNvSpPr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442" name="Google Shape;442;p3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43" name="Google Shape;443;p3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4" name="Google Shape;444;p38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45" name="Google Shape;445;p3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6" name="Google Shape;446;p3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447" name="Google Shape;447;p3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">
  <p:cSld name="CUSTOM_4_6"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450" name="Google Shape;450;p3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1" name="Google Shape;451;p39"/>
          <p:cNvSpPr txBox="1">
            <a:spLocks noGrp="1"/>
          </p:cNvSpPr>
          <p:nvPr>
            <p:ph type="subTitle" idx="1"/>
          </p:nvPr>
        </p:nvSpPr>
        <p:spPr>
          <a:xfrm>
            <a:off x="335831" y="41581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9pPr>
          </a:lstStyle>
          <a:p>
            <a:endParaRPr/>
          </a:p>
        </p:txBody>
      </p:sp>
      <p:cxnSp>
        <p:nvCxnSpPr>
          <p:cNvPr id="452" name="Google Shape;452;p3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3" name="Google Shape;453;p3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4" name="Google Shape;454;p3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59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9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500">
                <a:solidFill>
                  <a:srgbClr val="4D4D4F"/>
                </a:solidFill>
              </a:defRPr>
            </a:lvl1pPr>
            <a:lvl2pPr lvl="1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2pPr>
            <a:lvl3pPr lvl="2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3pPr>
            <a:lvl4pPr lvl="3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4pPr>
            <a:lvl5pPr lvl="4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5pPr>
            <a:lvl6pPr lvl="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6pPr>
            <a:lvl7pPr lvl="6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7pPr>
            <a:lvl8pPr lvl="7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8pPr>
            <a:lvl9pPr lvl="8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2">
  <p:cSld name="CUSTOM_4_26"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0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458" name="Google Shape;458;p4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9" name="Google Shape;459;p4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cxnSp>
        <p:nvCxnSpPr>
          <p:cNvPr id="460" name="Google Shape;460;p4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1" name="Google Shape;461;p4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buNone/>
              <a:defRPr sz="6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buNone/>
              <a:defRPr sz="6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buNone/>
              <a:defRPr sz="6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buNone/>
              <a:defRPr sz="6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buNone/>
              <a:defRPr sz="6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buNone/>
              <a:defRPr sz="6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buNone/>
              <a:defRPr sz="6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buNone/>
              <a:defRPr sz="6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2" name="Google Shape;462;p40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463" name="Google Shape;463;p40"/>
          <p:cNvSpPr txBox="1"/>
          <p:nvPr/>
        </p:nvSpPr>
        <p:spPr>
          <a:xfrm>
            <a:off x="7258312" y="202369"/>
            <a:ext cx="15069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500" b="1">
                <a:solidFill>
                  <a:srgbClr val="000000"/>
                </a:solidFill>
                <a:latin typeface="Red Hat Text"/>
                <a:ea typeface="Red Hat Text"/>
                <a:cs typeface="Red Hat Text"/>
                <a:sym typeface="Red Hat Text"/>
              </a:rPr>
              <a:t>CONFIDENTIAL Red Hat associates only</a:t>
            </a:r>
            <a:endParaRPr sz="500"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subhead">
  <p:cSld name="CUSTOM_4_2_1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5" name="Google Shape;465;p4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6" name="Google Shape;466;p41"/>
          <p:cNvSpPr txBox="1">
            <a:spLocks noGrp="1"/>
          </p:cNvSpPr>
          <p:nvPr>
            <p:ph type="subTitle" idx="1"/>
          </p:nvPr>
        </p:nvSpPr>
        <p:spPr>
          <a:xfrm>
            <a:off x="335825" y="196453"/>
            <a:ext cx="38616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9pPr>
          </a:lstStyle>
          <a:p>
            <a:endParaRPr/>
          </a:p>
        </p:txBody>
      </p:sp>
      <p:cxnSp>
        <p:nvCxnSpPr>
          <p:cNvPr id="467" name="Google Shape;467;p4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8" name="Google Shape;468;p4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9" name="Google Shape;469;p4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59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1"/>
          <p:cNvSpPr txBox="1">
            <a:spLocks noGrp="1"/>
          </p:cNvSpPr>
          <p:nvPr>
            <p:ph type="subTitle" idx="2"/>
          </p:nvPr>
        </p:nvSpPr>
        <p:spPr>
          <a:xfrm>
            <a:off x="663800" y="4627175"/>
            <a:ext cx="65610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900">
                <a:solidFill>
                  <a:srgbClr val="4D4D4F"/>
                </a:solidFill>
              </a:defRPr>
            </a:lvl1pPr>
            <a:lvl2pPr lvl="1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2pPr>
            <a:lvl3pPr lvl="2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3pPr>
            <a:lvl4pPr lvl="3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4pPr>
            <a:lvl5pPr lvl="4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5pPr>
            <a:lvl6pPr lvl="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6pPr>
            <a:lvl7pPr lvl="6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7pPr>
            <a:lvl8pPr lvl="7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8pPr>
            <a:lvl9pPr lvl="8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471" name="Google Shape;471;p41"/>
          <p:cNvSpPr txBox="1">
            <a:spLocks noGrp="1"/>
          </p:cNvSpPr>
          <p:nvPr>
            <p:ph type="subTitle" idx="3"/>
          </p:nvPr>
        </p:nvSpPr>
        <p:spPr>
          <a:xfrm>
            <a:off x="335825" y="937875"/>
            <a:ext cx="8472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41"/>
          <p:cNvSpPr txBox="1">
            <a:spLocks noGrp="1"/>
          </p:cNvSpPr>
          <p:nvPr>
            <p:ph type="title"/>
          </p:nvPr>
        </p:nvSpPr>
        <p:spPr>
          <a:xfrm>
            <a:off x="335825" y="499000"/>
            <a:ext cx="8472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subhead 1">
  <p:cSld name="CUSTOM_4_2_1_1"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4" name="Google Shape;474;p4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5" name="Google Shape;475;p42"/>
          <p:cNvSpPr txBox="1">
            <a:spLocks noGrp="1"/>
          </p:cNvSpPr>
          <p:nvPr>
            <p:ph type="subTitle" idx="1"/>
          </p:nvPr>
        </p:nvSpPr>
        <p:spPr>
          <a:xfrm>
            <a:off x="335825" y="196453"/>
            <a:ext cx="3861600" cy="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9pPr>
          </a:lstStyle>
          <a:p>
            <a:endParaRPr/>
          </a:p>
        </p:txBody>
      </p:sp>
      <p:cxnSp>
        <p:nvCxnSpPr>
          <p:cNvPr id="476" name="Google Shape;476;p4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7" name="Google Shape;477;p4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8" name="Google Shape;478;p42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59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2"/>
          <p:cNvSpPr txBox="1">
            <a:spLocks noGrp="1"/>
          </p:cNvSpPr>
          <p:nvPr>
            <p:ph type="subTitle" idx="2"/>
          </p:nvPr>
        </p:nvSpPr>
        <p:spPr>
          <a:xfrm>
            <a:off x="663800" y="4627175"/>
            <a:ext cx="65610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900">
                <a:solidFill>
                  <a:srgbClr val="4D4D4F"/>
                </a:solidFill>
              </a:defRPr>
            </a:lvl1pPr>
            <a:lvl2pPr lvl="1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2pPr>
            <a:lvl3pPr lvl="2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3pPr>
            <a:lvl4pPr lvl="3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4pPr>
            <a:lvl5pPr lvl="4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5pPr>
            <a:lvl6pPr lvl="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6pPr>
            <a:lvl7pPr lvl="6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7pPr>
            <a:lvl8pPr lvl="7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8pPr>
            <a:lvl9pPr lvl="8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480" name="Google Shape;480;p42"/>
          <p:cNvSpPr txBox="1"/>
          <p:nvPr/>
        </p:nvSpPr>
        <p:spPr>
          <a:xfrm>
            <a:off x="5550423" y="4627175"/>
            <a:ext cx="23814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r>
              <a:rPr lang="en" sz="500" i="0" u="none" strike="noStrike" cap="none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F18017-190601</a:t>
            </a:r>
            <a:endParaRPr sz="500" i="0" u="none" strike="noStrike" cap="none">
              <a:solidFill>
                <a:srgbClr val="4D4D4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81" name="Google Shape;481;p42"/>
          <p:cNvSpPr txBox="1">
            <a:spLocks noGrp="1"/>
          </p:cNvSpPr>
          <p:nvPr>
            <p:ph type="subTitle" idx="3"/>
          </p:nvPr>
        </p:nvSpPr>
        <p:spPr>
          <a:xfrm>
            <a:off x="335825" y="937875"/>
            <a:ext cx="8472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42"/>
          <p:cNvSpPr txBox="1">
            <a:spLocks noGrp="1"/>
          </p:cNvSpPr>
          <p:nvPr>
            <p:ph type="title"/>
          </p:nvPr>
        </p:nvSpPr>
        <p:spPr>
          <a:xfrm>
            <a:off x="335825" y="499000"/>
            <a:ext cx="84723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">
  <p:cSld name="CUSTOM_4_7"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485" name="Google Shape;485;p4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6" name="Google Shape;486;p43"/>
          <p:cNvSpPr txBox="1">
            <a:spLocks noGrp="1"/>
          </p:cNvSpPr>
          <p:nvPr>
            <p:ph type="subTitle" idx="1"/>
          </p:nvPr>
        </p:nvSpPr>
        <p:spPr>
          <a:xfrm>
            <a:off x="335831" y="41581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9pPr>
          </a:lstStyle>
          <a:p>
            <a:endParaRPr/>
          </a:p>
        </p:txBody>
      </p:sp>
      <p:cxnSp>
        <p:nvCxnSpPr>
          <p:cNvPr id="487" name="Google Shape;487;p4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8" name="Google Shape;488;p4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89" name="Google Shape;489;p4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59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3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500">
                <a:solidFill>
                  <a:srgbClr val="4D4D4F"/>
                </a:solidFill>
              </a:defRPr>
            </a:lvl1pPr>
            <a:lvl2pPr lvl="1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2pPr>
            <a:lvl3pPr lvl="2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3pPr>
            <a:lvl4pPr lvl="3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4pPr>
            <a:lvl5pPr lvl="4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5pPr>
            <a:lvl6pPr lvl="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6pPr>
            <a:lvl7pPr lvl="6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7pPr>
            <a:lvl8pPr lvl="7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8pPr>
            <a:lvl9pPr lvl="8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blank">
  <p:cSld name="CUSTOM_4_18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493" name="Google Shape;493;p4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4" name="Google Shape;494;p44"/>
          <p:cNvSpPr txBox="1"/>
          <p:nvPr/>
        </p:nvSpPr>
        <p:spPr>
          <a:xfrm>
            <a:off x="7258312" y="202369"/>
            <a:ext cx="15069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CONFIDENTIAL</a:t>
            </a:r>
            <a:endParaRPr sz="500">
              <a:solidFill>
                <a:srgbClr val="FFFFFF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Internal use only</a:t>
            </a:r>
            <a:endParaRPr sz="500">
              <a:solidFill>
                <a:srgbClr val="FFFFFF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pic>
        <p:nvPicPr>
          <p:cNvPr id="495" name="Google Shape;49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96" name="Google Shape;496;p4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97" name="Google Shape;497;p4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8" name="Google Shape;498;p44"/>
          <p:cNvSpPr txBox="1">
            <a:spLocks noGrp="1"/>
          </p:cNvSpPr>
          <p:nvPr>
            <p:ph type="subTitle" idx="2"/>
          </p:nvPr>
        </p:nvSpPr>
        <p:spPr>
          <a:xfrm>
            <a:off x="16924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499" name="Google Shape;499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4633" y="4593020"/>
            <a:ext cx="615767" cy="386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">
  <p:cSld name="CUSTOM_4_27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502" name="Google Shape;502;p45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503" name="Google Shape;503;p4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04" name="Google Shape;504;p4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5" name="Google Shape;505;p4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6" name="Google Shape;506;p45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5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08" name="Google Shape;508;p45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me 2 divider B">
  <p:cSld name="CUSTOM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46"/>
          <p:cNvSpPr txBox="1">
            <a:spLocks noGrp="1"/>
          </p:cNvSpPr>
          <p:nvPr>
            <p:ph type="title"/>
          </p:nvPr>
        </p:nvSpPr>
        <p:spPr>
          <a:xfrm>
            <a:off x="335831" y="813421"/>
            <a:ext cx="5118600" cy="1578900"/>
          </a:xfrm>
          <a:prstGeom prst="rect">
            <a:avLst/>
          </a:prstGeom>
        </p:spPr>
        <p:txBody>
          <a:bodyPr spcFirstLastPara="1" wrap="square" lIns="329175" tIns="68575" rIns="68575" bIns="68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cxnSp>
        <p:nvCxnSpPr>
          <p:cNvPr id="511" name="Google Shape;511;p4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12" name="Google Shape;512;p4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13" name="Google Shape;513;p4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Text Medium"/>
              <a:buNone/>
              <a:defRPr sz="8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514" name="Google Shape;514;p46"/>
          <p:cNvSpPr txBox="1">
            <a:spLocks noGrp="1"/>
          </p:cNvSpPr>
          <p:nvPr>
            <p:ph type="subTitle" idx="2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515" name="Google Shape;51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516" name="Google Shape;516;p4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hree circles">
  <p:cSld name="CUSTOM_4_19"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519" name="Google Shape;519;p47"/>
          <p:cNvSpPr txBox="1">
            <a:spLocks noGrp="1"/>
          </p:cNvSpPr>
          <p:nvPr>
            <p:ph type="title"/>
          </p:nvPr>
        </p:nvSpPr>
        <p:spPr>
          <a:xfrm>
            <a:off x="663722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520" name="Google Shape;520;p4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1" name="Google Shape;521;p4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2" name="Google Shape;522;p4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3" name="Google Shape;523;p47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7"/>
          <p:cNvSpPr txBox="1">
            <a:spLocks noGrp="1"/>
          </p:cNvSpPr>
          <p:nvPr>
            <p:ph type="subTitle" idx="2"/>
          </p:nvPr>
        </p:nvSpPr>
        <p:spPr>
          <a:xfrm>
            <a:off x="663778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25" name="Google Shape;525;p47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526" name="Google Shape;526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5029" y="1631821"/>
            <a:ext cx="7013943" cy="261644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7"/>
          <p:cNvSpPr txBox="1">
            <a:spLocks noGrp="1"/>
          </p:cNvSpPr>
          <p:nvPr>
            <p:ph type="subTitle" idx="4"/>
          </p:nvPr>
        </p:nvSpPr>
        <p:spPr>
          <a:xfrm>
            <a:off x="1483088" y="2170541"/>
            <a:ext cx="1757700" cy="1539000"/>
          </a:xfrm>
          <a:prstGeom prst="rect">
            <a:avLst/>
          </a:prstGeom>
        </p:spPr>
        <p:txBody>
          <a:bodyPr spcFirstLastPara="1" wrap="square" lIns="205725" tIns="68575" rIns="205725" bIns="685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28" name="Google Shape;528;p47"/>
          <p:cNvSpPr txBox="1">
            <a:spLocks noGrp="1"/>
          </p:cNvSpPr>
          <p:nvPr>
            <p:ph type="subTitle" idx="5"/>
          </p:nvPr>
        </p:nvSpPr>
        <p:spPr>
          <a:xfrm>
            <a:off x="3693150" y="2170538"/>
            <a:ext cx="1757700" cy="1539000"/>
          </a:xfrm>
          <a:prstGeom prst="rect">
            <a:avLst/>
          </a:prstGeom>
        </p:spPr>
        <p:txBody>
          <a:bodyPr spcFirstLastPara="1" wrap="square" lIns="205725" tIns="68575" rIns="205725" bIns="685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529" name="Google Shape;529;p47"/>
          <p:cNvSpPr txBox="1">
            <a:spLocks noGrp="1"/>
          </p:cNvSpPr>
          <p:nvPr>
            <p:ph type="subTitle" idx="6"/>
          </p:nvPr>
        </p:nvSpPr>
        <p:spPr>
          <a:xfrm>
            <a:off x="5903213" y="2170538"/>
            <a:ext cx="1757700" cy="1539000"/>
          </a:xfrm>
          <a:prstGeom prst="rect">
            <a:avLst/>
          </a:prstGeom>
        </p:spPr>
        <p:txBody>
          <a:bodyPr spcFirstLastPara="1" wrap="square" lIns="205725" tIns="68575" rIns="205725" bIns="6857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">
  <p:cSld name="CUSTOM_4_3_1"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141414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pic>
        <p:nvPicPr>
          <p:cNvPr id="532" name="Google Shape;532;p4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7726986" y="4663295"/>
            <a:ext cx="1038356" cy="242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">
  <p:cSld name="CUSTOM_4_28"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535" name="Google Shape;535;p4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6" name="Google Shape;536;p4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7" name="Google Shape;537;p4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8" name="Google Shape;538;p4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">
  <p:cSld name="CUSTOM_4_29">
    <p:bg>
      <p:bgPr>
        <a:noFill/>
        <a:effectLst/>
      </p:bgPr>
    </p:bg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541" name="Google Shape;541;p50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542" name="Google Shape;542;p5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50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44" name="Google Shape;544;p50"/>
          <p:cNvSpPr txBox="1">
            <a:spLocks noGrp="1"/>
          </p:cNvSpPr>
          <p:nvPr>
            <p:ph type="subTitle" idx="3"/>
          </p:nvPr>
        </p:nvSpPr>
        <p:spPr>
          <a:xfrm>
            <a:off x="16924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45" name="Google Shape;545;p50"/>
          <p:cNvSpPr txBox="1"/>
          <p:nvPr/>
        </p:nvSpPr>
        <p:spPr>
          <a:xfrm>
            <a:off x="7258312" y="202369"/>
            <a:ext cx="15069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CONFIDENTIAL</a:t>
            </a:r>
            <a:endParaRPr sz="500">
              <a:solidFill>
                <a:srgbClr val="FFFFFF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Internal use only</a:t>
            </a:r>
            <a:endParaRPr sz="500">
              <a:solidFill>
                <a:srgbClr val="FFFFFF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546" name="Google Shape;546;p50"/>
          <p:cNvSpPr/>
          <p:nvPr/>
        </p:nvSpPr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47" name="Google Shape;547;p5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48" name="Google Shape;548;p5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9" name="Google Shape;549;p50"/>
          <p:cNvSpPr/>
          <p:nvPr/>
        </p:nvSpPr>
        <p:spPr>
          <a:xfrm>
            <a:off x="644633" y="4593020"/>
            <a:ext cx="615767" cy="386662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4">
  <p:cSld name="CUSTOM_4_30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552" name="Google Shape;552;p51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553" name="Google Shape;553;p5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54" name="Google Shape;554;p5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5" name="Google Shape;555;p5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56" name="Google Shape;556;p5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51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58" name="Google Shape;558;p51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 1">
  <p:cSld name="CUSTOM_4_9_2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2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561" name="Google Shape;561;p5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2" name="Google Shape;562;p5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3" name="Google Shape;563;p5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4" name="Google Shape;564;p52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image left 1">
  <p:cSld name="CUSTOM_4_2_2_1"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5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567" name="Google Shape;567;p53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568" name="Google Shape;568;p5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3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69" name="Google Shape;569;p5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3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0" name="Google Shape;570;p5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1" name="Google Shape;571;p53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72" name="Google Shape;572;p53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73" name="Google Shape;573;p53"/>
          <p:cNvSpPr txBox="1">
            <a:spLocks noGrp="1"/>
          </p:cNvSpPr>
          <p:nvPr>
            <p:ph type="subTitle" idx="4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574" name="Google Shape;574;p53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2 1">
  <p:cSld name="CUSTOM_4_29_1"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5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577" name="Google Shape;577;p5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8" name="Google Shape;578;p5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579" name="Google Shape;579;p5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0" name="Google Shape;580;p54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581" name="Google Shape;581;p54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5">
  <p:cSld name="CUSTOM_4_31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584" name="Google Shape;584;p55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585" name="Google Shape;585;p5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6" name="Google Shape;586;p5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7" name="Google Shape;587;p5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8" name="Google Shape;588;p55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89" name="Google Shape;589;p55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90" name="Google Shape;590;p55"/>
          <p:cNvSpPr/>
          <p:nvPr/>
        </p:nvSpPr>
        <p:spPr>
          <a:xfrm>
            <a:off x="7353647" y="4587186"/>
            <a:ext cx="1559117" cy="466593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55"/>
          <p:cNvSpPr/>
          <p:nvPr/>
        </p:nvSpPr>
        <p:spPr>
          <a:xfrm>
            <a:off x="7774425" y="172725"/>
            <a:ext cx="1138200" cy="34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6">
  <p:cSld name="CUSTOM_4_32"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594" name="Google Shape;594;p56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595" name="Google Shape;595;p5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6" name="Google Shape;596;p5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97" name="Google Shape;597;p5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8" name="Google Shape;598;p56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599" name="Google Shape;599;p56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0" name="Google Shape;600;p56"/>
          <p:cNvSpPr/>
          <p:nvPr/>
        </p:nvSpPr>
        <p:spPr>
          <a:xfrm>
            <a:off x="7353647" y="4587186"/>
            <a:ext cx="1559117" cy="466593"/>
          </a:xfrm>
          <a:prstGeom prst="rect">
            <a:avLst/>
          </a:prstGeom>
          <a:noFill/>
          <a:ln>
            <a:noFill/>
          </a:ln>
        </p:spPr>
      </p:sp>
      <p:sp>
        <p:nvSpPr>
          <p:cNvPr id="601" name="Google Shape;601;p56"/>
          <p:cNvSpPr/>
          <p:nvPr/>
        </p:nvSpPr>
        <p:spPr>
          <a:xfrm>
            <a:off x="7774425" y="172725"/>
            <a:ext cx="1138200" cy="3426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">
  <p:cSld name="CUSTOM_4_33"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604" name="Google Shape;604;p5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05" name="Google Shape;605;p5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06" name="Google Shape;606;p57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57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500">
                <a:solidFill>
                  <a:srgbClr val="4D4D4F"/>
                </a:solidFill>
              </a:defRPr>
            </a:lvl1pPr>
            <a:lvl2pPr lvl="1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2pPr>
            <a:lvl3pPr lvl="2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3pPr>
            <a:lvl4pPr lvl="3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4pPr>
            <a:lvl5pPr lvl="4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5pPr>
            <a:lvl6pPr lvl="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6pPr>
            <a:lvl7pPr lvl="6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7pPr>
            <a:lvl8pPr lvl="7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8pPr>
            <a:lvl9pPr lvl="8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3">
  <p:cSld name="CUSTOM_4_7_1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5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610" name="Google Shape;610;p5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1" name="Google Shape;611;p58"/>
          <p:cNvSpPr txBox="1">
            <a:spLocks noGrp="1"/>
          </p:cNvSpPr>
          <p:nvPr>
            <p:ph type="subTitle" idx="1"/>
          </p:nvPr>
        </p:nvSpPr>
        <p:spPr>
          <a:xfrm>
            <a:off x="335831" y="41581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29175" tIns="68575" rIns="68575" bIns="68575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None/>
              <a:defRPr sz="700">
                <a:solidFill>
                  <a:srgbClr val="EE0000"/>
                </a:solidFill>
              </a:defRPr>
            </a:lvl9pPr>
          </a:lstStyle>
          <a:p>
            <a:endParaRPr/>
          </a:p>
        </p:txBody>
      </p:sp>
      <p:cxnSp>
        <p:nvCxnSpPr>
          <p:cNvPr id="612" name="Google Shape;612;p5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13" name="Google Shape;613;p5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i="0" u="none" strike="noStrike" cap="none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14" name="Google Shape;614;p5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59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8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500">
                <a:solidFill>
                  <a:srgbClr val="4D4D4F"/>
                </a:solidFill>
              </a:defRPr>
            </a:lvl1pPr>
            <a:lvl2pPr lvl="1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2pPr>
            <a:lvl3pPr lvl="2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3pPr>
            <a:lvl4pPr lvl="3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4pPr>
            <a:lvl5pPr lvl="4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5pPr>
            <a:lvl6pPr lvl="5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6pPr>
            <a:lvl7pPr lvl="6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7pPr>
            <a:lvl8pPr lvl="7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8pPr>
            <a:lvl9pPr lvl="8" algn="l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8">
  <p:cSld name="CUSTOM_4_9_3"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618" name="Google Shape;618;p5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9" name="Google Shape;619;p5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620" name="Google Shape;620;p5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1" name="Google Shape;621;p5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22" name="Google Shape;622;p59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7">
  <p:cSld name="CUSTOM_4_49"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6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625" name="Google Shape;625;p60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626" name="Google Shape;626;p6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7" name="Google Shape;627;p6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8" name="Google Shape;628;p6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9" name="Google Shape;629;p60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630" name="Google Shape;630;p60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31" name="Google Shape;631;p60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, subhead, and body 1">
  <p:cSld name="CUSTOM_4_17_3"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Red Hat Text Medium"/>
              <a:buNone/>
              <a:defRPr sz="8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634" name="Google Shape;634;p61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635" name="Google Shape;635;p6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6" name="Google Shape;636;p6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7" name="Google Shape;637;p6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8" name="Google Shape;638;p61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639" name="Google Shape;639;p61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0000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640" name="Google Shape;640;p61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1" name="Google Shape;641;p61"/>
          <p:cNvSpPr txBox="1">
            <a:spLocks noGrp="1"/>
          </p:cNvSpPr>
          <p:nvPr>
            <p:ph type="body" idx="4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1100"/>
              <a:buChar char="▸"/>
              <a:defRPr sz="1100"/>
            </a:lvl1pPr>
            <a:lvl2pPr marL="914400" lvl="1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2pPr>
            <a:lvl3pPr marL="1371600" lvl="2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3pPr>
            <a:lvl4pPr marL="1828800" lvl="3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4pPr>
            <a:lvl5pPr marL="2286000" lvl="4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5pPr>
            <a:lvl6pPr marL="2743200" lvl="5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6pPr>
            <a:lvl7pPr marL="3200400" lvl="6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7pPr>
            <a:lvl8pPr marL="3657600" lvl="7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8pPr>
            <a:lvl9pPr marL="4114800" lvl="8" indent="-285750" rtl="0">
              <a:lnSpc>
                <a:spcPct val="140000"/>
              </a:lnSpc>
              <a:spcBef>
                <a:spcPts val="800"/>
              </a:spcBef>
              <a:spcAft>
                <a:spcPts val="800"/>
              </a:spcAft>
              <a:buSzPts val="900"/>
              <a:buChar char="･"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ithout Quote">
  <p:cSld name="CUSTOM_3_1_2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2"/>
          <p:cNvSpPr/>
          <p:nvPr/>
        </p:nvSpPr>
        <p:spPr>
          <a:xfrm>
            <a:off x="5075" y="5075"/>
            <a:ext cx="9144000" cy="4374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44" name="Google Shape;644;p6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5" name="Google Shape;645;p6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46" name="Google Shape;646;p62"/>
          <p:cNvPicPr preferRelativeResize="0"/>
          <p:nvPr/>
        </p:nvPicPr>
        <p:blipFill rotWithShape="1">
          <a:blip r:embed="rId3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47" name="Google Shape;647;p6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8" name="Google Shape;648;p62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1">
  <p:cSld name="CUSTOM_4_5_1"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6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651" name="Google Shape;651;p6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2" name="Google Shape;652;p6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653" name="Google Shape;653;p6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4" name="Google Shape;654;p6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5" name="Google Shape;655;p63"/>
          <p:cNvSpPr/>
          <p:nvPr/>
        </p:nvSpPr>
        <p:spPr>
          <a:xfrm>
            <a:off x="8033460" y="4734938"/>
            <a:ext cx="731852" cy="171082"/>
          </a:xfrm>
          <a:prstGeom prst="rect">
            <a:avLst/>
          </a:prstGeom>
          <a:noFill/>
          <a:ln>
            <a:noFill/>
          </a:ln>
        </p:spPr>
      </p:sp>
      <p:sp>
        <p:nvSpPr>
          <p:cNvPr id="656" name="Google Shape;656;p63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64"/>
          <p:cNvSpPr txBox="1">
            <a:spLocks noGrp="1"/>
          </p:cNvSpPr>
          <p:nvPr>
            <p:ph type="title"/>
          </p:nvPr>
        </p:nvSpPr>
        <p:spPr>
          <a:xfrm>
            <a:off x="336788" y="114935"/>
            <a:ext cx="8205300" cy="5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659" name="Google Shape;659;p64"/>
          <p:cNvSpPr txBox="1">
            <a:spLocks noGrp="1"/>
          </p:cNvSpPr>
          <p:nvPr>
            <p:ph type="body" idx="1"/>
          </p:nvPr>
        </p:nvSpPr>
        <p:spPr>
          <a:xfrm>
            <a:off x="340591" y="1009332"/>
            <a:ext cx="8205300" cy="355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•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400"/>
              </a:spcBef>
              <a:spcAft>
                <a:spcPts val="0"/>
              </a:spcAft>
              <a:buSzPts val="1100"/>
              <a:buChar char="･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400"/>
              </a:spcBef>
              <a:spcAft>
                <a:spcPts val="0"/>
              </a:spcAft>
              <a:buSzPts val="1100"/>
              <a:buChar char="･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400"/>
              </a:spcBef>
              <a:spcAft>
                <a:spcPts val="0"/>
              </a:spcAft>
              <a:buSzPts val="1100"/>
              <a:buChar char="･"/>
              <a:defRPr sz="2000"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400"/>
              </a:spcBef>
              <a:spcAft>
                <a:spcPts val="0"/>
              </a:spcAft>
              <a:buSzPts val="1100"/>
              <a:buChar char="･"/>
              <a:defRPr sz="2000"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400"/>
              </a:spcBef>
              <a:spcAft>
                <a:spcPts val="0"/>
              </a:spcAft>
              <a:buSzPts val="1100"/>
              <a:buChar char="･"/>
              <a:defRPr sz="2000"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400"/>
              </a:spcBef>
              <a:spcAft>
                <a:spcPts val="400"/>
              </a:spcAft>
              <a:buSzPts val="1100"/>
              <a:buChar char="･"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660" name="Google Shape;660;p64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2">
  <p:cSld name="CUSTOM_4_4_5"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65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663" name="Google Shape;663;p6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4" name="Google Shape;664;p6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665" name="Google Shape;665;p6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6" name="Google Shape;666;p6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7" name="Google Shape;667;p65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70" cy="171086"/>
          </a:xfrm>
          <a:prstGeom prst="rect">
            <a:avLst/>
          </a:prstGeom>
          <a:noFill/>
          <a:ln>
            <a:noFill/>
          </a:ln>
        </p:spPr>
      </p:pic>
      <p:sp>
        <p:nvSpPr>
          <p:cNvPr id="668" name="Google Shape;668;p65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8 1">
  <p:cSld name="CUSTOM_4_25"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6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671" name="Google Shape;671;p6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2" name="Google Shape;672;p6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673" name="Google Shape;673;p6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4" name="Google Shape;674;p6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5" name="Google Shape;675;p66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676" name="Google Shape;676;p66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 2">
  <p:cSld name="CUSTOM_4_26_1"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6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679" name="Google Shape;679;p6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0" name="Google Shape;680;p6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681" name="Google Shape;681;p6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2" name="Google Shape;682;p6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3" name="Google Shape;683;p67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684" name="Google Shape;684;p67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685" name="Google Shape;685;p67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5">
  <p:cSld name="CUSTOM_4_50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6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688" name="Google Shape;688;p6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9" name="Google Shape;689;p6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0" name="Google Shape;690;p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1" name="Google Shape;691;p6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68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8">
  <p:cSld name="CUSTOM_4_51"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6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695" name="Google Shape;695;p69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696" name="Google Shape;696;p6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6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8" name="Google Shape;698;p6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9" name="Google Shape;699;p69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00" name="Google Shape;700;p69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01" name="Google Shape;701;p69"/>
          <p:cNvSpPr/>
          <p:nvPr/>
        </p:nvSpPr>
        <p:spPr>
          <a:xfrm>
            <a:off x="7353647" y="4587186"/>
            <a:ext cx="1559117" cy="46659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9">
  <p:cSld name="CUSTOM_4_52"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7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704" name="Google Shape;704;p70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705" name="Google Shape;705;p7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6" name="Google Shape;706;p7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7" name="Google Shape;707;p7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8" name="Google Shape;708;p70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09" name="Google Shape;709;p70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10" name="Google Shape;710;p70"/>
          <p:cNvSpPr/>
          <p:nvPr/>
        </p:nvSpPr>
        <p:spPr>
          <a:xfrm>
            <a:off x="7353647" y="4587186"/>
            <a:ext cx="1559117" cy="46659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6">
  <p:cSld name="CUSTOM_4_53"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71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713" name="Google Shape;713;p7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4" name="Google Shape;714;p7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5" name="Google Shape;715;p7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6" name="Google Shape;716;p71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717" name="Google Shape;717;p71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7">
  <p:cSld name="CUSTOM_4_54"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72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720" name="Google Shape;720;p7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1" name="Google Shape;721;p7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2" name="Google Shape;722;p7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23" name="Google Shape;723;p72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24" name="Google Shape;724;p72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0">
  <p:cSld name="CUSTOM_4_31_1"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7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727" name="Google Shape;727;p7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8" name="Google Shape;728;p7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29" name="Google Shape;729;p7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0" name="Google Shape;730;p7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73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9">
  <p:cSld name="CUSTOM_4_55"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7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734" name="Google Shape;734;p7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35" name="Google Shape;735;p7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6" name="Google Shape;736;p7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7" name="Google Shape;737;p74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738" name="Google Shape;738;p74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0">
  <p:cSld name="CUSTOM_4_56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7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741" name="Google Shape;741;p75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742" name="Google Shape;742;p7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3" name="Google Shape;743;p7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44" name="Google Shape;744;p7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45" name="Google Shape;745;p75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75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747" name="Google Shape;747;p75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1">
  <p:cSld name="CUSTOM_4_57">
    <p:spTree>
      <p:nvGrpSpPr>
        <p:cNvPr id="1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76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750" name="Google Shape;750;p7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1" name="Google Shape;751;p7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752" name="Google Shape;752;p7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3" name="Google Shape;753;p7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54" name="Google Shape;754;p76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76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3">
  <p:cSld name="CUSTOM_4_58"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7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758" name="Google Shape;758;p7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9" name="Google Shape;759;p7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760" name="Google Shape;760;p7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1" name="Google Shape;761;p7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2" name="Google Shape;762;p77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77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4">
  <p:cSld name="CUSTOM_4_59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7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766" name="Google Shape;766;p7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7" name="Google Shape;767;p7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768" name="Google Shape;768;p7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9" name="Google Shape;769;p7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0" name="Google Shape;770;p7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78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data two callouts 1">
  <p:cSld name="CUSTOM_4_13_1"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9"/>
          <p:cNvSpPr txBox="1">
            <a:spLocks noGrp="1"/>
          </p:cNvSpPr>
          <p:nvPr>
            <p:ph type="subTitle" idx="1"/>
          </p:nvPr>
        </p:nvSpPr>
        <p:spPr>
          <a:xfrm>
            <a:off x="267401" y="41587"/>
            <a:ext cx="3861600" cy="2415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700"/>
              <a:buFont typeface="Red Hat Text Medium"/>
              <a:buNone/>
              <a:defRPr sz="7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Red Hat Text Medium"/>
              <a:buNone/>
              <a:defRPr sz="7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Red Hat Text Medium"/>
              <a:buNone/>
              <a:defRPr sz="7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Red Hat Text Medium"/>
              <a:buNone/>
              <a:defRPr sz="7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Red Hat Text Medium"/>
              <a:buNone/>
              <a:defRPr sz="7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Red Hat Text Medium"/>
              <a:buNone/>
              <a:defRPr sz="7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Red Hat Text Medium"/>
              <a:buNone/>
              <a:defRPr sz="7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Red Hat Text Medium"/>
              <a:buNone/>
              <a:defRPr sz="7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Red Hat Text Medium"/>
              <a:buNone/>
              <a:defRPr sz="7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774" name="Google Shape;774;p79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775" name="Google Shape;775;p7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76" name="Google Shape;776;p7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77" name="Google Shape;777;p7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78" name="Google Shape;778;p7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79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F0000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0000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0000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0000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0000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0000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0000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F0000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F0000"/>
                </a:solidFill>
              </a:defRPr>
            </a:lvl9pPr>
          </a:lstStyle>
          <a:p>
            <a:endParaRPr/>
          </a:p>
        </p:txBody>
      </p:sp>
      <p:sp>
        <p:nvSpPr>
          <p:cNvPr id="780" name="Google Shape;780;p79"/>
          <p:cNvSpPr txBox="1">
            <a:spLocks noGrp="1"/>
          </p:cNvSpPr>
          <p:nvPr>
            <p:ph type="subTitle" idx="3"/>
          </p:nvPr>
        </p:nvSpPr>
        <p:spPr>
          <a:xfrm>
            <a:off x="479213" y="4668600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34343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34343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34343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34343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34343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34343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34343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34343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781" name="Google Shape;781;p79"/>
          <p:cNvSpPr txBox="1">
            <a:spLocks noGrp="1"/>
          </p:cNvSpPr>
          <p:nvPr>
            <p:ph type="subTitle" idx="4"/>
          </p:nvPr>
        </p:nvSpPr>
        <p:spPr>
          <a:xfrm>
            <a:off x="2265197" y="2747944"/>
            <a:ext cx="22122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782" name="Google Shape;782;p79"/>
          <p:cNvSpPr txBox="1">
            <a:spLocks noGrp="1"/>
          </p:cNvSpPr>
          <p:nvPr>
            <p:ph type="subTitle" idx="5"/>
          </p:nvPr>
        </p:nvSpPr>
        <p:spPr>
          <a:xfrm>
            <a:off x="2265197" y="3114863"/>
            <a:ext cx="22122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783" name="Google Shape;783;p79"/>
          <p:cNvSpPr txBox="1">
            <a:spLocks noGrp="1"/>
          </p:cNvSpPr>
          <p:nvPr>
            <p:ph type="subTitle" idx="6"/>
          </p:nvPr>
        </p:nvSpPr>
        <p:spPr>
          <a:xfrm>
            <a:off x="4838016" y="2747944"/>
            <a:ext cx="22122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FF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784" name="Google Shape;784;p79"/>
          <p:cNvSpPr txBox="1">
            <a:spLocks noGrp="1"/>
          </p:cNvSpPr>
          <p:nvPr>
            <p:ph type="subTitle" idx="7"/>
          </p:nvPr>
        </p:nvSpPr>
        <p:spPr>
          <a:xfrm>
            <a:off x="4838016" y="3114863"/>
            <a:ext cx="22122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785" name="Google Shape;785;p79"/>
          <p:cNvSpPr/>
          <p:nvPr/>
        </p:nvSpPr>
        <p:spPr>
          <a:xfrm>
            <a:off x="7334663" y="4696331"/>
            <a:ext cx="548700" cy="24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79"/>
          <p:cNvSpPr/>
          <p:nvPr/>
        </p:nvSpPr>
        <p:spPr>
          <a:xfrm>
            <a:off x="7845019" y="232913"/>
            <a:ext cx="960900" cy="241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 1">
  <p:cSld name="CUSTOM_4_23">
    <p:spTree>
      <p:nvGrpSpPr>
        <p:cNvPr id="1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80"/>
          <p:cNvSpPr txBox="1">
            <a:spLocks noGrp="1"/>
          </p:cNvSpPr>
          <p:nvPr>
            <p:ph type="title"/>
          </p:nvPr>
        </p:nvSpPr>
        <p:spPr>
          <a:xfrm>
            <a:off x="335831" y="709500"/>
            <a:ext cx="74937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 b="1">
                <a:solidFill>
                  <a:srgbClr val="00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cxnSp>
        <p:nvCxnSpPr>
          <p:cNvPr id="789" name="Google Shape;789;p8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0" name="Google Shape;790;p8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1" name="Google Shape;791;p80"/>
          <p:cNvSpPr/>
          <p:nvPr/>
        </p:nvSpPr>
        <p:spPr>
          <a:xfrm>
            <a:off x="7907419" y="250519"/>
            <a:ext cx="951300" cy="225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80"/>
          <p:cNvSpPr/>
          <p:nvPr/>
        </p:nvSpPr>
        <p:spPr>
          <a:xfrm>
            <a:off x="7443694" y="4697663"/>
            <a:ext cx="535200" cy="22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80"/>
          <p:cNvSpPr txBox="1"/>
          <p:nvPr/>
        </p:nvSpPr>
        <p:spPr>
          <a:xfrm>
            <a:off x="527400" y="48938"/>
            <a:ext cx="11526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rPr>
              <a:t>OPENSHIFT SERVERLESS</a:t>
            </a:r>
            <a:endParaRPr sz="6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5">
  <p:cSld name="CUSTOM_4_60"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81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796" name="Google Shape;796;p8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7" name="Google Shape;797;p8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798" name="Google Shape;798;p8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9" name="Google Shape;799;p8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0" name="Google Shape;800;p8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801" name="Google Shape;801;p81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802" name="Google Shape;802;p81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1 1">
  <p:cSld name="CUSTOM_4_2_3">
    <p:spTree>
      <p:nvGrpSpPr>
        <p:cNvPr id="1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p82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805" name="Google Shape;805;p8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6" name="Google Shape;806;p82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807" name="Google Shape;807;p8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8" name="Google Shape;808;p8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9" name="Google Shape;809;p82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82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6">
  <p:cSld name="CUSTOM_4_21">
    <p:spTree>
      <p:nvGrpSpPr>
        <p:cNvPr id="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813" name="Google Shape;813;p8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4" name="Google Shape;814;p8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815" name="Google Shape;815;p8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16" name="Google Shape;816;p8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17" name="Google Shape;817;p83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818" name="Google Shape;818;p83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8 2">
  <p:cSld name="CUSTOM_4_9_4"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8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821" name="Google Shape;821;p8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22" name="Google Shape;822;p8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823" name="Google Shape;823;p8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4" name="Google Shape;824;p84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825" name="Google Shape;825;p84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7">
  <p:cSld name="CUSTOM_4_61"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85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828" name="Google Shape;828;p8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29" name="Google Shape;829;p8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0" name="Google Shape;830;p8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1" name="Google Shape;831;p85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85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8">
  <p:cSld name="CUSTOM_4_62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86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835" name="Google Shape;835;p8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6" name="Google Shape;836;p8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7" name="Google Shape;837;p8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38" name="Google Shape;838;p86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839" name="Google Shape;839;p86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1">
  <p:cSld name="CUSTOM_4_63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8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842" name="Google Shape;842;p87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843" name="Google Shape;843;p8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4" name="Google Shape;844;p8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5" name="Google Shape;845;p8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6" name="Google Shape;846;p87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47" name="Google Shape;847;p87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48" name="Google Shape;848;p87"/>
          <p:cNvSpPr/>
          <p:nvPr/>
        </p:nvSpPr>
        <p:spPr>
          <a:xfrm>
            <a:off x="7353647" y="4587186"/>
            <a:ext cx="1559117" cy="46659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2">
  <p:cSld name="CUSTOM_4_64"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8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851" name="Google Shape;851;p88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852" name="Google Shape;852;p8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3" name="Google Shape;853;p8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54" name="Google Shape;854;p8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5" name="Google Shape;855;p88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56" name="Google Shape;856;p88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57" name="Google Shape;857;p88"/>
          <p:cNvSpPr/>
          <p:nvPr/>
        </p:nvSpPr>
        <p:spPr>
          <a:xfrm>
            <a:off x="7353647" y="4587186"/>
            <a:ext cx="1559117" cy="466593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9">
  <p:cSld name="CUSTOM_4_65"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8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860" name="Google Shape;860;p8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1" name="Google Shape;861;p8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62" name="Google Shape;862;p8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3" name="Google Shape;863;p8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89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3">
  <p:cSld name="CUSTOM_4_66"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9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867" name="Google Shape;867;p90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868" name="Google Shape;868;p9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69" name="Google Shape;869;p9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0" name="Google Shape;870;p9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1" name="Google Shape;871;p90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872" name="Google Shape;872;p90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73" name="Google Shape;873;p90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0">
  <p:cSld name="CUSTOM_4_67"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91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876" name="Google Shape;876;p9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7" name="Google Shape;877;p9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878" name="Google Shape;878;p9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9" name="Google Shape;879;p9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0" name="Google Shape;880;p9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91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4">
  <p:cSld name="CUSTOM_4_68"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92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884" name="Google Shape;884;p92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885" name="Google Shape;885;p9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6" name="Google Shape;886;p9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7" name="Google Shape;887;p9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88" name="Google Shape;888;p92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889" name="Google Shape;889;p92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90" name="Google Shape;890;p92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5">
  <p:cSld name="CUSTOM_4_69"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9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893" name="Google Shape;893;p93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894" name="Google Shape;894;p9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95" name="Google Shape;895;p9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96" name="Google Shape;896;p9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7" name="Google Shape;897;p93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898" name="Google Shape;898;p93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899" name="Google Shape;899;p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353647" y="4587186"/>
            <a:ext cx="1559117" cy="4665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7 1">
  <p:cSld name="CUSTOM_4_28_2">
    <p:spTree>
      <p:nvGrpSpPr>
        <p:cNvPr id="1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p9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902" name="Google Shape;902;p9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3" name="Google Shape;903;p9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Text Medium"/>
              <a:buNone/>
              <a:defRPr sz="7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Text Medium"/>
              <a:buNone/>
              <a:defRPr sz="7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Text Medium"/>
              <a:buNone/>
              <a:defRPr sz="7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Text Medium"/>
              <a:buNone/>
              <a:defRPr sz="7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Text Medium"/>
              <a:buNone/>
              <a:defRPr sz="7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Text Medium"/>
              <a:buNone/>
              <a:defRPr sz="7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Text Medium"/>
              <a:buNone/>
              <a:defRPr sz="7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Text Medium"/>
              <a:buNone/>
              <a:defRPr sz="7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Text Medium"/>
              <a:buNone/>
              <a:defRPr sz="70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904" name="Google Shape;904;p9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5" name="Google Shape;905;p9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6" name="Google Shape;906;p94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907" name="Google Shape;907;p94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8">
  <p:cSld name="CUSTOM_4_22_3"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95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910" name="Google Shape;910;p9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1" name="Google Shape;911;p9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2" name="Google Shape;912;p9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3" name="Google Shape;913;p95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95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6 1">
  <p:cSld name="CUSTOM_4_6_1"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p96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917" name="Google Shape;917;p9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8" name="Google Shape;918;p9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919" name="Google Shape;919;p9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0" name="Google Shape;920;p96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96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 2">
  <p:cSld name="CUSTOM_4_3_2"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9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924" name="Google Shape;924;p9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5" name="Google Shape;925;p9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6" name="Google Shape;926;p9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7" name="Google Shape;927;p97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97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929" name="Google Shape;929;p97"/>
          <p:cNvSpPr txBox="1"/>
          <p:nvPr/>
        </p:nvSpPr>
        <p:spPr>
          <a:xfrm>
            <a:off x="2373250" y="4880150"/>
            <a:ext cx="2192100" cy="1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ed Hat Text"/>
                <a:ea typeface="Red Hat Text"/>
                <a:cs typeface="Red Hat Text"/>
                <a:sym typeface="Red Hat Text"/>
              </a:rPr>
              <a:t>Customer or partner NDA required</a:t>
            </a:r>
            <a:endParaRPr sz="1000"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1">
  <p:cSld name="CUSTOM_4_70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9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932" name="Google Shape;932;p9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3" name="Google Shape;933;p9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934" name="Google Shape;934;p9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5" name="Google Shape;935;p9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6" name="Google Shape;936;p98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Customer facing</a:t>
            </a:r>
            <a:endParaRPr sz="5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937" name="Google Shape;937;p98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938" name="Google Shape;938;p98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939" name="Google Shape;939;p98"/>
          <p:cNvSpPr txBox="1"/>
          <p:nvPr/>
        </p:nvSpPr>
        <p:spPr>
          <a:xfrm>
            <a:off x="3587950" y="4823225"/>
            <a:ext cx="25623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Red Hat Text"/>
                <a:ea typeface="Red Hat Text"/>
                <a:cs typeface="Red Hat Text"/>
                <a:sym typeface="Red Hat Text"/>
              </a:rPr>
              <a:t>Customer and partner NDA required</a:t>
            </a:r>
            <a:endParaRPr sz="1000">
              <a:latin typeface="Red Hat Text"/>
              <a:ea typeface="Red Hat Text"/>
              <a:cs typeface="Red Hat Text"/>
              <a:sym typeface="Red Hat Text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6 2">
  <p:cSld name="CUSTOM_4_30_1"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9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942" name="Google Shape;942;p9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3" name="Google Shape;943;p9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944" name="Google Shape;944;p9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5" name="Google Shape;945;p9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6" name="Google Shape;946;p99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947" name="Google Shape;947;p99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948" name="Google Shape;948;p99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Red Hat Confidential. NDA Required.</a:t>
            </a:r>
            <a:r>
              <a:rPr lang="en" sz="5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 </a:t>
            </a:r>
            <a:br>
              <a:rPr lang="en" sz="5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</a:br>
            <a:endParaRPr sz="5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4">
  <p:cSld name="CUSTOM_4_2_4"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p100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951" name="Google Shape;951;p10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2" name="Google Shape;952;p10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3" name="Google Shape;953;p10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4" name="Google Shape;954;p100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100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4">
  <p:cSld name="CUSTOM_4_24"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101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958" name="Google Shape;958;p10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9" name="Google Shape;959;p10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960" name="Google Shape;960;p10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1" name="Google Shape;961;p10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2" name="Google Shape;962;p101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963" name="Google Shape;963;p101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ithout Quote 1">
  <p:cSld name="CUSTOM_3_1_2_2">
    <p:bg>
      <p:bgPr>
        <a:noFill/>
        <a:effectLst/>
      </p:bgPr>
    </p:bg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102"/>
          <p:cNvSpPr/>
          <p:nvPr/>
        </p:nvSpPr>
        <p:spPr>
          <a:xfrm>
            <a:off x="5075" y="5075"/>
            <a:ext cx="9144000" cy="4374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66" name="Google Shape;966;p10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67" name="Google Shape;967;p10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8" name="Google Shape;968;p102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69" name="Google Shape;969;p10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0" name="Google Shape;970;p102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2">
  <p:cSld name="CUSTOM_4_70_1"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10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973" name="Google Shape;973;p10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4" name="Google Shape;974;p10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975" name="Google Shape;975;p10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6" name="Google Shape;976;p10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77" name="Google Shape;977;p10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103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4.5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5 1">
  <p:cSld name="CUSTOM_4_71"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0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981" name="Google Shape;981;p104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982" name="Google Shape;982;p10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83" name="Google Shape;983;p10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84" name="Google Shape;984;p104"/>
          <p:cNvSpPr txBox="1">
            <a:spLocks noGrp="1"/>
          </p:cNvSpPr>
          <p:nvPr>
            <p:ph type="sldNum" idx="12"/>
          </p:nvPr>
        </p:nvSpPr>
        <p:spPr>
          <a:xfrm>
            <a:off x="-624319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5" name="Google Shape;985;p104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986" name="Google Shape;986;p104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987" name="Google Shape;987;p104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88" name="Google Shape;988;p104"/>
          <p:cNvSpPr/>
          <p:nvPr/>
        </p:nvSpPr>
        <p:spPr>
          <a:xfrm>
            <a:off x="7395056" y="4687106"/>
            <a:ext cx="492600" cy="297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104"/>
          <p:cNvSpPr/>
          <p:nvPr/>
        </p:nvSpPr>
        <p:spPr>
          <a:xfrm>
            <a:off x="7843875" y="180131"/>
            <a:ext cx="983700" cy="34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104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4.5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ithout Quote 3">
  <p:cSld name="CUSTOM_3_1_2_4">
    <p:bg>
      <p:bgPr>
        <a:noFill/>
        <a:effectLst/>
      </p:bgPr>
    </p:bg>
    <p:spTree>
      <p:nvGrpSpPr>
        <p:cNvPr id="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105"/>
          <p:cNvSpPr/>
          <p:nvPr/>
        </p:nvSpPr>
        <p:spPr>
          <a:xfrm>
            <a:off x="5075" y="5075"/>
            <a:ext cx="9144000" cy="4374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93" name="Google Shape;993;p10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4" name="Google Shape;994;p10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5" name="Google Shape;995;p105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96" name="Google Shape;996;p10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97" name="Google Shape;997;p10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3">
  <p:cSld name="CUSTOM_4_73">
    <p:spTree>
      <p:nvGrpSpPr>
        <p:cNvPr id="1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106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000" name="Google Shape;1000;p10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1" name="Google Shape;1001;p10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002" name="Google Shape;1002;p10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03" name="Google Shape;1003;p10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04" name="Google Shape;1004;p106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005" name="Google Shape;1005;p106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006" name="Google Shape;1006;p106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007" name="Google Shape;1007;p106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4.5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5">
  <p:cSld name="CUSTOM_4_75">
    <p:spTree>
      <p:nvGrpSpPr>
        <p:cNvPr id="1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0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010" name="Google Shape;1010;p10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11" name="Google Shape;1011;p10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2" name="Google Shape;1012;p10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13" name="Google Shape;1013;p107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107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4.4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ithout Quote 2">
  <p:cSld name="CUSTOM_3_1_2_3">
    <p:bg>
      <p:bgPr>
        <a:noFill/>
        <a:effectLst/>
      </p:bgPr>
    </p:bg>
    <p:spTree>
      <p:nvGrpSpPr>
        <p:cNvPr id="1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108"/>
          <p:cNvSpPr/>
          <p:nvPr/>
        </p:nvSpPr>
        <p:spPr>
          <a:xfrm>
            <a:off x="5075" y="5075"/>
            <a:ext cx="9144000" cy="4374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17" name="Google Shape;1017;p10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18" name="Google Shape;1018;p10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9" name="Google Shape;1019;p108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020" name="Google Shape;1020;p10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1" name="Google Shape;1021;p10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6">
  <p:cSld name="CUSTOM_4_72">
    <p:spTree>
      <p:nvGrpSpPr>
        <p:cNvPr id="1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10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024" name="Google Shape;1024;p109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025" name="Google Shape;1025;p10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26" name="Google Shape;1026;p10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7" name="Google Shape;1027;p10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8" name="Google Shape;1028;p109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029" name="Google Shape;1029;p109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30" name="Google Shape;1030;p109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31" name="Google Shape;1031;p109"/>
          <p:cNvSpPr/>
          <p:nvPr/>
        </p:nvSpPr>
        <p:spPr>
          <a:xfrm>
            <a:off x="7679269" y="159769"/>
            <a:ext cx="1183200" cy="4197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109"/>
          <p:cNvSpPr/>
          <p:nvPr/>
        </p:nvSpPr>
        <p:spPr>
          <a:xfrm>
            <a:off x="7103194" y="4627163"/>
            <a:ext cx="837900" cy="26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109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4.5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6">
  <p:cSld name="CUSTOM_4_76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110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036" name="Google Shape;1036;p11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7" name="Google Shape;1037;p11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8" name="Google Shape;1038;p11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9" name="Google Shape;1039;p110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040" name="Google Shape;1040;p110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7">
  <p:cSld name="CUSTOM_4_77">
    <p:spTree>
      <p:nvGrpSpPr>
        <p:cNvPr id="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11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043" name="Google Shape;1043;p111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044" name="Google Shape;1044;p11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5" name="Google Shape;1045;p11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6" name="Google Shape;1046;p11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47" name="Google Shape;1047;p11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70" cy="171086"/>
          </a:xfrm>
          <a:prstGeom prst="rect">
            <a:avLst/>
          </a:prstGeom>
          <a:noFill/>
          <a:ln>
            <a:noFill/>
          </a:ln>
        </p:spPr>
      </p:pic>
      <p:sp>
        <p:nvSpPr>
          <p:cNvPr id="1048" name="Google Shape;1048;p111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49" name="Google Shape;1049;p111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, subhead, and body">
  <p:cSld name="CUSTOM_4_17_4"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112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052" name="Google Shape;1052;p112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053" name="Google Shape;1053;p11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54" name="Google Shape;1054;p11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55" name="Google Shape;1055;p11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6" name="Google Shape;1056;p112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057" name="Google Shape;1057;p112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58" name="Google Shape;1058;p112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59" name="Google Shape;1059;p112"/>
          <p:cNvSpPr txBox="1">
            <a:spLocks noGrp="1"/>
          </p:cNvSpPr>
          <p:nvPr>
            <p:ph type="body" idx="4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1100"/>
              <a:buChar char="▸"/>
              <a:defRPr sz="1100"/>
            </a:lvl1pPr>
            <a:lvl2pPr marL="914400" lvl="1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2pPr>
            <a:lvl3pPr marL="1371600" lvl="2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3pPr>
            <a:lvl4pPr marL="1828800" lvl="3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4pPr>
            <a:lvl5pPr marL="2286000" lvl="4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5pPr>
            <a:lvl6pPr marL="2743200" lvl="5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6pPr>
            <a:lvl7pPr marL="3200400" lvl="6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7pPr>
            <a:lvl8pPr marL="3657600" lvl="7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8pPr>
            <a:lvl9pPr marL="4114800" lvl="8" indent="-285750" rtl="0">
              <a:lnSpc>
                <a:spcPct val="140000"/>
              </a:lnSpc>
              <a:spcBef>
                <a:spcPts val="800"/>
              </a:spcBef>
              <a:spcAft>
                <a:spcPts val="800"/>
              </a:spcAft>
              <a:buSzPts val="900"/>
              <a:buChar char="･"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7">
  <p:cSld name="CUSTOM_4_78"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11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062" name="Google Shape;1062;p11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63" name="Google Shape;1063;p11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64" name="Google Shape;1064;p11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5" name="Google Shape;1065;p113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066" name="Google Shape;1066;p113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4.6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1">
  <p:cSld name="CUSTOM_4_26_2"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11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069" name="Google Shape;1069;p11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0" name="Google Shape;1070;p11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071" name="Google Shape;1071;p11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2" name="Google Shape;1072;p11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3" name="Google Shape;1073;p114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074" name="Google Shape;1074;p114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075" name="Google Shape;1075;p114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076" name="Google Shape;1076;p114"/>
          <p:cNvSpPr/>
          <p:nvPr/>
        </p:nvSpPr>
        <p:spPr>
          <a:xfrm>
            <a:off x="7911550" y="278300"/>
            <a:ext cx="904500" cy="30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114"/>
          <p:cNvSpPr/>
          <p:nvPr/>
        </p:nvSpPr>
        <p:spPr>
          <a:xfrm>
            <a:off x="7059350" y="4707875"/>
            <a:ext cx="974100" cy="25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114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 in OpenShift 4.6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8">
  <p:cSld name="CUSTOM_4_79">
    <p:spTree>
      <p:nvGrpSpPr>
        <p:cNvPr id="1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11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081" name="Google Shape;1081;p115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082" name="Google Shape;1082;p11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83" name="Google Shape;1083;p11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4" name="Google Shape;1084;p11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5" name="Google Shape;1085;p115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086" name="Google Shape;1086;p115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87" name="Google Shape;1087;p115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image left 1 1">
  <p:cSld name="CUSTOM_4_2_1_1_1">
    <p:spTree>
      <p:nvGrpSpPr>
        <p:cNvPr id="1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11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090" name="Google Shape;1090;p116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091" name="Google Shape;1091;p11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92" name="Google Shape;1092;p11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93" name="Google Shape;1093;p11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4" name="Google Shape;1094;p116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095" name="Google Shape;1095;p116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096" name="Google Shape;1096;p116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097" name="Google Shape;1097;p116"/>
          <p:cNvSpPr txBox="1">
            <a:spLocks noGrp="1"/>
          </p:cNvSpPr>
          <p:nvPr>
            <p:ph type="subTitle" idx="4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2">
  <p:cSld name="CUSTOM_4_5_2"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1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100" name="Google Shape;1100;p11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1" name="Google Shape;1101;p11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2" name="Google Shape;1102;p11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3" name="Google Shape;1103;p117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104" name="Google Shape;1104;p117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4.6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8">
  <p:cSld name="CUSTOM_4_80">
    <p:spTree>
      <p:nvGrpSpPr>
        <p:cNvPr id="1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11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107" name="Google Shape;1107;p11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08" name="Google Shape;1108;p11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109" name="Google Shape;1109;p11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0" name="Google Shape;1110;p11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1" name="Google Shape;1111;p11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118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113" name="Google Shape;1113;p118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4.6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5">
  <p:cSld name="CUSTOM_4_1_1"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11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116" name="Google Shape;1116;p11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7" name="Google Shape;1117;p11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18" name="Google Shape;1118;p11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9" name="Google Shape;1119;p11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119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4.6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9">
  <p:cSld name="CUSTOM_4_81"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12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123" name="Google Shape;1123;p120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124" name="Google Shape;1124;p12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5" name="Google Shape;1125;p12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6" name="Google Shape;1126;p120"/>
          <p:cNvSpPr txBox="1">
            <a:spLocks noGrp="1"/>
          </p:cNvSpPr>
          <p:nvPr>
            <p:ph type="sldNum" idx="12"/>
          </p:nvPr>
        </p:nvSpPr>
        <p:spPr>
          <a:xfrm>
            <a:off x="-624319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27" name="Google Shape;1127;p120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120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129" name="Google Shape;1129;p120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30" name="Google Shape;1130;p120"/>
          <p:cNvSpPr/>
          <p:nvPr/>
        </p:nvSpPr>
        <p:spPr>
          <a:xfrm>
            <a:off x="7395056" y="4687106"/>
            <a:ext cx="492600" cy="297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120"/>
          <p:cNvSpPr/>
          <p:nvPr/>
        </p:nvSpPr>
        <p:spPr>
          <a:xfrm>
            <a:off x="7843875" y="180131"/>
            <a:ext cx="983700" cy="34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120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4.6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9">
  <p:cSld name="CUSTOM_4_82"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121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135" name="Google Shape;1135;p12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6" name="Google Shape;1136;p12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137" name="Google Shape;1137;p12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38" name="Google Shape;1138;p12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9" name="Google Shape;1139;p12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140" name="Google Shape;1140;p121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141" name="Google Shape;1141;p121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4.6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 1">
  <p:cSld name="CUSTOM_4_21_1"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122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144" name="Google Shape;1144;p122"/>
          <p:cNvSpPr txBox="1">
            <a:spLocks noGrp="1"/>
          </p:cNvSpPr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145" name="Google Shape;1145;p12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46" name="Google Shape;1146;p12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7" name="Google Shape;1147;p12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8" name="Google Shape;1148;p122"/>
          <p:cNvSpPr/>
          <p:nvPr/>
        </p:nvSpPr>
        <p:spPr>
          <a:xfrm>
            <a:off x="8033460" y="4734938"/>
            <a:ext cx="731704" cy="171048"/>
          </a:xfrm>
          <a:prstGeom prst="rect">
            <a:avLst/>
          </a:prstGeom>
          <a:noFill/>
          <a:ln>
            <a:noFill/>
          </a:ln>
        </p:spPr>
      </p:sp>
      <p:sp>
        <p:nvSpPr>
          <p:cNvPr id="1149" name="Google Shape;1149;p122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agenda dark 1">
  <p:cSld name="CUSTOM_4_1_1_1">
    <p:bg>
      <p:bgPr>
        <a:solidFill>
          <a:srgbClr val="353535"/>
        </a:soli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23"/>
          <p:cNvSpPr txBox="1">
            <a:spLocks noGrp="1"/>
          </p:cNvSpPr>
          <p:nvPr>
            <p:ph type="title"/>
          </p:nvPr>
        </p:nvSpPr>
        <p:spPr>
          <a:xfrm>
            <a:off x="663788" y="653812"/>
            <a:ext cx="7816500" cy="99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152" name="Google Shape;1152;p12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3" name="Google Shape;1153;p12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1154" name="Google Shape;1154;p12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5" name="Google Shape;1155;p123"/>
          <p:cNvSpPr/>
          <p:nvPr/>
        </p:nvSpPr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sp>
      <p:sp>
        <p:nvSpPr>
          <p:cNvPr id="1156" name="Google Shape;1156;p12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7" name="Google Shape;1157;p123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8" name="Google Shape;1158;p123"/>
          <p:cNvSpPr txBox="1">
            <a:spLocks noGrp="1"/>
          </p:cNvSpPr>
          <p:nvPr>
            <p:ph type="subTitle" idx="3"/>
          </p:nvPr>
        </p:nvSpPr>
        <p:spPr>
          <a:xfrm>
            <a:off x="2459625" y="1998263"/>
            <a:ext cx="1526100" cy="203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14000"/>
              </a:lnSpc>
              <a:spcBef>
                <a:spcPts val="1500"/>
              </a:spcBef>
              <a:spcAft>
                <a:spcPts val="150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1159" name="Google Shape;1159;p123"/>
          <p:cNvSpPr txBox="1">
            <a:spLocks noGrp="1"/>
          </p:cNvSpPr>
          <p:nvPr>
            <p:ph type="subTitle" idx="4"/>
          </p:nvPr>
        </p:nvSpPr>
        <p:spPr>
          <a:xfrm>
            <a:off x="4245488" y="1998263"/>
            <a:ext cx="1526100" cy="203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14000"/>
              </a:lnSpc>
              <a:spcBef>
                <a:spcPts val="1500"/>
              </a:spcBef>
              <a:spcAft>
                <a:spcPts val="150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1160" name="Google Shape;1160;p123"/>
          <p:cNvSpPr txBox="1">
            <a:spLocks noGrp="1"/>
          </p:cNvSpPr>
          <p:nvPr>
            <p:ph type="subTitle" idx="5"/>
          </p:nvPr>
        </p:nvSpPr>
        <p:spPr>
          <a:xfrm>
            <a:off x="6031350" y="1998263"/>
            <a:ext cx="1526100" cy="203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14000"/>
              </a:lnSpc>
              <a:spcBef>
                <a:spcPts val="1500"/>
              </a:spcBef>
              <a:spcAft>
                <a:spcPts val="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14000"/>
              </a:lnSpc>
              <a:spcBef>
                <a:spcPts val="1500"/>
              </a:spcBef>
              <a:spcAft>
                <a:spcPts val="1500"/>
              </a:spcAft>
              <a:buNone/>
              <a:defRPr sz="1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0">
  <p:cSld name="CUSTOM_4_83"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12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163" name="Google Shape;1163;p12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4" name="Google Shape;1164;p12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165" name="Google Shape;1165;p12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66" name="Google Shape;1166;p12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67" name="Google Shape;1167;p124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168" name="Google Shape;1168;p124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6">
  <p:cSld name="CUSTOM_4_1_2"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125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171" name="Google Shape;1171;p12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2" name="Google Shape;1172;p12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173" name="Google Shape;1173;p12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4" name="Google Shape;1174;p12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5" name="Google Shape;1175;p125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5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176" name="Google Shape;1176;p125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177" name="Google Shape;1177;p125"/>
          <p:cNvSpPr txBox="1">
            <a:spLocks noGrp="1"/>
          </p:cNvSpPr>
          <p:nvPr>
            <p:ph type="subTitle" idx="2"/>
          </p:nvPr>
        </p:nvSpPr>
        <p:spPr>
          <a:xfrm>
            <a:off x="468692" y="4646588"/>
            <a:ext cx="21762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7">
  <p:cSld name="CUSTOM_4_22_4"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126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180" name="Google Shape;1180;p12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1" name="Google Shape;1181;p12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2" name="Google Shape;1182;p12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3" name="Google Shape;1183;p126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184" name="Google Shape;1184;p126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9">
  <p:cSld name="CUSTOM_4_22_5">
    <p:spTree>
      <p:nvGrpSpPr>
        <p:cNvPr id="1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2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187" name="Google Shape;1187;p12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8" name="Google Shape;1188;p12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89" name="Google Shape;1189;p12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0" name="Google Shape;1190;p127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191" name="Google Shape;1191;p127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 3">
  <p:cSld name="CUSTOM_4_5_2_1">
    <p:spTree>
      <p:nvGrpSpPr>
        <p:cNvPr id="1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12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194" name="Google Shape;1194;p12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5" name="Google Shape;1195;p12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6" name="Google Shape;1196;p12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7" name="Google Shape;1197;p12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128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4 1">
  <p:cSld name="CUSTOM_4_35"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12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201" name="Google Shape;1201;p12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2" name="Google Shape;1202;p12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203" name="Google Shape;1203;p12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04" name="Google Shape;1204;p12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05" name="Google Shape;1205;p12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06" name="Google Shape;1206;p129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0">
  <p:cSld name="CUSTOM_4_84">
    <p:spTree>
      <p:nvGrpSpPr>
        <p:cNvPr id="1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3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209" name="Google Shape;1209;p130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210" name="Google Shape;1210;p13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1" name="Google Shape;1211;p13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12" name="Google Shape;1212;p13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13" name="Google Shape;1213;p130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14" name="Google Shape;1214;p130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215" name="Google Shape;1215;p130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 1">
  <p:cSld name=" 1"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7" name="Google Shape;1217;p13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8" name="Google Shape;1218;p13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9" name="Google Shape;1219;p13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 3">
  <p:cSld name="CUSTOM_4_87"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32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222" name="Google Shape;1222;p13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23" name="Google Shape;1223;p13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4" name="Google Shape;1224;p13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25" name="Google Shape;1225;p132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26" name="Google Shape;1226;p132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image left 2">
  <p:cSld name="CUSTOM_4_2_6">
    <p:spTree>
      <p:nvGrpSpPr>
        <p:cNvPr id="1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13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229" name="Google Shape;1229;p133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230" name="Google Shape;1230;p13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31" name="Google Shape;1231;p13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32" name="Google Shape;1232;p13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3" name="Google Shape;1233;p13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133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235" name="Google Shape;1235;p133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36" name="Google Shape;1236;p133"/>
          <p:cNvSpPr txBox="1">
            <a:spLocks noGrp="1"/>
          </p:cNvSpPr>
          <p:nvPr>
            <p:ph type="subTitle" idx="4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6 3">
  <p:cSld name="CUSTOM_4_7_2">
    <p:spTree>
      <p:nvGrpSpPr>
        <p:cNvPr id="1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13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239" name="Google Shape;1239;p13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0" name="Google Shape;1240;p13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1" name="Google Shape;1241;p13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2" name="Google Shape;1242;p134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243" name="Google Shape;1243;p134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1">
  <p:cSld name="CUSTOM_4_88">
    <p:spTree>
      <p:nvGrpSpPr>
        <p:cNvPr id="1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3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1246" name="Google Shape;1246;p13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47" name="Google Shape;1247;p13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48" name="Google Shape;1248;p13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49" name="Google Shape;1249;p135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250" name="Google Shape;1250;p135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51" name="Google Shape;1251;p135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252" name="Google Shape;1252;p135"/>
          <p:cNvSpPr txBox="1">
            <a:spLocks noGrp="1"/>
          </p:cNvSpPr>
          <p:nvPr>
            <p:ph type="subTitle" idx="3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3">
  <p:cSld name="CUSTOM_4_4_6"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36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255" name="Google Shape;1255;p13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56" name="Google Shape;1256;p13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57" name="Google Shape;1257;p13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58" name="Google Shape;1258;p136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259" name="Google Shape;1259;p136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6 4">
  <p:cSld name="CUSTOM_4_7_3">
    <p:spTree>
      <p:nvGrpSpPr>
        <p:cNvPr id="1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13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262" name="Google Shape;1262;p13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3" name="Google Shape;1263;p13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64" name="Google Shape;1264;p13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5" name="Google Shape;1265;p137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266" name="Google Shape;1266;p137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4">
  <p:cSld name="CUSTOM_4_4_7">
    <p:spTree>
      <p:nvGrpSpPr>
        <p:cNvPr id="1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13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269" name="Google Shape;1269;p13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70" name="Google Shape;1270;p13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1" name="Google Shape;1271;p13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2" name="Google Shape;1272;p138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273" name="Google Shape;1273;p138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1">
  <p:cSld name="CUSTOM_4_89">
    <p:spTree>
      <p:nvGrpSpPr>
        <p:cNvPr id="1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13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276" name="Google Shape;1276;p13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7" name="Google Shape;1277;p13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278" name="Google Shape;1278;p13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79" name="Google Shape;1279;p13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0" name="Google Shape;1280;p139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281" name="Google Shape;1281;p139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10">
  <p:cSld name="CUSTOM_4_2_6_1">
    <p:spTree>
      <p:nvGrpSpPr>
        <p:cNvPr id="1" name="Shape 1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3" name="Google Shape;1283;p14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4" name="Google Shape;1284;p140"/>
          <p:cNvSpPr txBox="1">
            <a:spLocks noGrp="1"/>
          </p:cNvSpPr>
          <p:nvPr>
            <p:ph type="subTitle" idx="1"/>
          </p:nvPr>
        </p:nvSpPr>
        <p:spPr>
          <a:xfrm>
            <a:off x="335831" y="41588"/>
            <a:ext cx="84294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285" name="Google Shape;1285;p14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6" name="Google Shape;1286;p14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87" name="Google Shape;1287;p140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and body">
  <p:cSld name="CUSTOM_4_17_2">
    <p:spTree>
      <p:nvGrpSpPr>
        <p:cNvPr id="1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9" name="Google Shape;1289;p14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0" name="Google Shape;1290;p14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91" name="Google Shape;1291;p14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2" name="Google Shape;1292;p141"/>
          <p:cNvSpPr/>
          <p:nvPr/>
        </p:nvSpPr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sp>
      <p:sp>
        <p:nvSpPr>
          <p:cNvPr id="1293" name="Google Shape;1293;p141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294" name="Google Shape;1294;p141"/>
          <p:cNvSpPr txBox="1">
            <a:spLocks noGrp="1"/>
          </p:cNvSpPr>
          <p:nvPr>
            <p:ph type="subTitle" idx="2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2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295" name="Google Shape;1295;p141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296" name="Google Shape;1296;p141"/>
          <p:cNvSpPr txBox="1">
            <a:spLocks noGrp="1"/>
          </p:cNvSpPr>
          <p:nvPr>
            <p:ph type="body" idx="3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200"/>
              <a:buChar char="▸"/>
              <a:defRPr/>
            </a:lvl1pPr>
            <a:lvl2pPr marL="914400" lvl="1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2pPr>
            <a:lvl3pPr marL="1371600" lvl="2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3pPr>
            <a:lvl4pPr marL="1828800" lvl="3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4pPr>
            <a:lvl5pPr marL="2286000" lvl="4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5pPr>
            <a:lvl6pPr marL="2743200" lvl="5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6pPr>
            <a:lvl7pPr marL="3200400" lvl="6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7pPr>
            <a:lvl8pPr marL="3657600" lvl="7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8pPr>
            <a:lvl9pPr marL="4114800" lvl="8" indent="-29845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100"/>
              <a:buChar char="･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6 5">
  <p:cSld name="CUSTOM_4_7_4">
    <p:spTree>
      <p:nvGrpSpPr>
        <p:cNvPr id="1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42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299" name="Google Shape;1299;p14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0" name="Google Shape;1300;p14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1" name="Google Shape;1301;p14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2" name="Google Shape;1302;p142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303" name="Google Shape;1303;p142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11">
  <p:cSld name="CUSTOM_4_2_7"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14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306" name="Google Shape;1306;p14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7" name="Google Shape;1307;p14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8" name="Google Shape;1308;p14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9" name="Google Shape;1309;p143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310" name="Google Shape;1310;p143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5">
  <p:cSld name="CUSTOM_4_26_3">
    <p:spTree>
      <p:nvGrpSpPr>
        <p:cNvPr id="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14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313" name="Google Shape;1313;p14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4" name="Google Shape;1314;p14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315" name="Google Shape;1315;p14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16" name="Google Shape;1316;p14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7" name="Google Shape;1317;p144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318" name="Google Shape;1318;p144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319" name="Google Shape;1319;p144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320" name="Google Shape;1320;p144"/>
          <p:cNvSpPr/>
          <p:nvPr/>
        </p:nvSpPr>
        <p:spPr>
          <a:xfrm>
            <a:off x="7911550" y="278300"/>
            <a:ext cx="904500" cy="30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1" name="Google Shape;1321;p144"/>
          <p:cNvSpPr/>
          <p:nvPr/>
        </p:nvSpPr>
        <p:spPr>
          <a:xfrm>
            <a:off x="7059350" y="4707875"/>
            <a:ext cx="974100" cy="25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2" name="Google Shape;1322;p144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me 3 Title">
  <p:cSld name="CUSTOM_8">
    <p:bg>
      <p:bgPr>
        <a:noFill/>
        <a:effectLst/>
      </p:bgPr>
    </p:bg>
    <p:spTree>
      <p:nvGrpSpPr>
        <p:cNvPr id="1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4" name="Google Shape;1324;p145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145"/>
          <p:cNvSpPr/>
          <p:nvPr/>
        </p:nvSpPr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326" name="Google Shape;1326;p14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27" name="Google Shape;1327;p145"/>
          <p:cNvSpPr txBox="1">
            <a:spLocks noGrp="1"/>
          </p:cNvSpPr>
          <p:nvPr>
            <p:ph type="subTitle" idx="1"/>
          </p:nvPr>
        </p:nvSpPr>
        <p:spPr>
          <a:xfrm>
            <a:off x="4245394" y="2978738"/>
            <a:ext cx="3334800" cy="68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28" name="Google Shape;1328;p145"/>
          <p:cNvSpPr txBox="1">
            <a:spLocks noGrp="1"/>
          </p:cNvSpPr>
          <p:nvPr>
            <p:ph type="title"/>
          </p:nvPr>
        </p:nvSpPr>
        <p:spPr>
          <a:xfrm>
            <a:off x="4245394" y="1281774"/>
            <a:ext cx="4302300" cy="158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329" name="Google Shape;1329;p145"/>
          <p:cNvSpPr txBox="1">
            <a:spLocks noGrp="1"/>
          </p:cNvSpPr>
          <p:nvPr>
            <p:ph type="subTitle" idx="2"/>
          </p:nvPr>
        </p:nvSpPr>
        <p:spPr>
          <a:xfrm>
            <a:off x="4245394" y="3988706"/>
            <a:ext cx="1530300" cy="4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0" name="Google Shape;1330;p145"/>
          <p:cNvSpPr txBox="1">
            <a:spLocks noGrp="1"/>
          </p:cNvSpPr>
          <p:nvPr>
            <p:ph type="subTitle" idx="3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spcFirstLastPara="1" wrap="square" lIns="377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331" name="Google Shape;1331;p14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1 1">
  <p:cSld name="CUSTOM_4_26_4"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46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cxnSp>
        <p:nvCxnSpPr>
          <p:cNvPr id="1334" name="Google Shape;1334;p14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5" name="Google Shape;1335;p14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cxnSp>
        <p:nvCxnSpPr>
          <p:cNvPr id="1336" name="Google Shape;1336;p14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37" name="Google Shape;1337;p14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8" name="Google Shape;1338;p146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46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340" name="Google Shape;1340;p146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341" name="Google Shape;1341;p146"/>
          <p:cNvSpPr/>
          <p:nvPr/>
        </p:nvSpPr>
        <p:spPr>
          <a:xfrm>
            <a:off x="7911550" y="278300"/>
            <a:ext cx="904500" cy="30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2" name="Google Shape;1342;p146"/>
          <p:cNvSpPr/>
          <p:nvPr/>
        </p:nvSpPr>
        <p:spPr>
          <a:xfrm>
            <a:off x="7059350" y="4707875"/>
            <a:ext cx="974100" cy="25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3" name="Google Shape;1343;p146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1 2">
  <p:cSld name="CUSTOM_4_26_5"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14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346" name="Google Shape;1346;p14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7" name="Google Shape;1347;p14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348" name="Google Shape;1348;p14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49" name="Google Shape;1349;p14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50" name="Google Shape;1350;p147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47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352" name="Google Shape;1352;p147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353" name="Google Shape;1353;p147"/>
          <p:cNvSpPr/>
          <p:nvPr/>
        </p:nvSpPr>
        <p:spPr>
          <a:xfrm>
            <a:off x="7911550" y="278300"/>
            <a:ext cx="904500" cy="30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4" name="Google Shape;1354;p147"/>
          <p:cNvSpPr/>
          <p:nvPr/>
        </p:nvSpPr>
        <p:spPr>
          <a:xfrm>
            <a:off x="7059350" y="4707875"/>
            <a:ext cx="974100" cy="25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5" name="Google Shape;1355;p147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5 1">
  <p:cSld name="CUSTOM_4_31_2"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4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358" name="Google Shape;1358;p14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59" name="Google Shape;1359;p14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9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360" name="Google Shape;1360;p14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1" name="Google Shape;1361;p14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2" name="Google Shape;1362;p148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2">
  <p:cSld name="CUSTOM_4_90">
    <p:spTree>
      <p:nvGrpSpPr>
        <p:cNvPr id="1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4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365" name="Google Shape;1365;p149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366" name="Google Shape;1366;p14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7" name="Google Shape;1367;p14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68" name="Google Shape;1368;p14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9" name="Google Shape;1369;p149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70" name="Google Shape;1370;p149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71" name="Google Shape;1371;p149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Q3CY2020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large text alt1">
  <p:cSld name="CUSTOM_4_2_2_2">
    <p:spTree>
      <p:nvGrpSpPr>
        <p:cNvPr id="1" name="Shape 1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" name="Google Shape;1373;p15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374" name="Google Shape;1374;p150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375" name="Google Shape;1375;p15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6" name="Google Shape;1376;p15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77" name="Google Shape;1377;p15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8" name="Google Shape;1378;p150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379" name="Google Shape;1379;p150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80" name="Google Shape;1380;p150"/>
          <p:cNvSpPr txBox="1">
            <a:spLocks noGrp="1"/>
          </p:cNvSpPr>
          <p:nvPr>
            <p:ph type="subTitle" idx="3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81" name="Google Shape;1381;p150"/>
          <p:cNvSpPr txBox="1">
            <a:spLocks noGrp="1"/>
          </p:cNvSpPr>
          <p:nvPr>
            <p:ph type="subTitle" idx="4"/>
          </p:nvPr>
        </p:nvSpPr>
        <p:spPr>
          <a:xfrm>
            <a:off x="1565888" y="1812319"/>
            <a:ext cx="6033600" cy="9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82" name="Google Shape;1382;p150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 4">
  <p:cSld name="CUSTOM_4_23_1">
    <p:spTree>
      <p:nvGrpSpPr>
        <p:cNvPr id="1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51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385" name="Google Shape;1385;p15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6" name="Google Shape;1386;p15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387" name="Google Shape;1387;p15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88" name="Google Shape;1388;p15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9" name="Google Shape;1389;p151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390" name="Google Shape;1390;p151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391" name="Google Shape;1391;p151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92" name="Google Shape;1392;p151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hree column">
  <p:cSld name="CUSTOM_4_3_3">
    <p:spTree>
      <p:nvGrpSpPr>
        <p:cNvPr id="1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4" name="Google Shape;1394;p15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5" name="Google Shape;1395;p15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96" name="Google Shape;1396;p15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7" name="Google Shape;1397;p152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398" name="Google Shape;1398;p152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399" name="Google Shape;1399;p152"/>
          <p:cNvCxnSpPr/>
          <p:nvPr/>
        </p:nvCxnSpPr>
        <p:spPr>
          <a:xfrm>
            <a:off x="3229613" y="3172294"/>
            <a:ext cx="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400" name="Google Shape;1400;p152"/>
          <p:cNvCxnSpPr/>
          <p:nvPr/>
        </p:nvCxnSpPr>
        <p:spPr>
          <a:xfrm>
            <a:off x="5914388" y="3172294"/>
            <a:ext cx="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401" name="Google Shape;1401;p152"/>
          <p:cNvSpPr txBox="1">
            <a:spLocks noGrp="1"/>
          </p:cNvSpPr>
          <p:nvPr>
            <p:ph type="subTitle" idx="2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402" name="Google Shape;1402;p152"/>
          <p:cNvSpPr txBox="1">
            <a:spLocks noGrp="1"/>
          </p:cNvSpPr>
          <p:nvPr>
            <p:ph type="subTitle" idx="3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403" name="Google Shape;1403;p152"/>
          <p:cNvSpPr txBox="1">
            <a:spLocks noGrp="1"/>
          </p:cNvSpPr>
          <p:nvPr>
            <p:ph type="subTitle" idx="4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404" name="Google Shape;1404;p152"/>
          <p:cNvSpPr txBox="1">
            <a:spLocks noGrp="1"/>
          </p:cNvSpPr>
          <p:nvPr>
            <p:ph type="subTitle" idx="5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405" name="Google Shape;1405;p152"/>
          <p:cNvSpPr txBox="1">
            <a:spLocks noGrp="1"/>
          </p:cNvSpPr>
          <p:nvPr>
            <p:ph type="subTitle" idx="6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406" name="Google Shape;1406;p152"/>
          <p:cNvSpPr txBox="1">
            <a:spLocks noGrp="1"/>
          </p:cNvSpPr>
          <p:nvPr>
            <p:ph type="subTitle" idx="7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407" name="Google Shape;1407;p152"/>
          <p:cNvSpPr txBox="1">
            <a:spLocks noGrp="1"/>
          </p:cNvSpPr>
          <p:nvPr>
            <p:ph type="subTitle" idx="8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408" name="Google Shape;1408;p152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409" name="Google Shape;1409;p152"/>
          <p:cNvSpPr txBox="1">
            <a:spLocks noGrp="1"/>
          </p:cNvSpPr>
          <p:nvPr>
            <p:ph type="subTitle" idx="9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10" name="Google Shape;1410;p152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11" name="Google Shape;1411;p152"/>
          <p:cNvSpPr/>
          <p:nvPr/>
        </p:nvSpPr>
        <p:spPr>
          <a:xfrm>
            <a:off x="7844950" y="313075"/>
            <a:ext cx="988500" cy="13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3">
  <p:cSld name="CUSTOM_4_91">
    <p:spTree>
      <p:nvGrpSpPr>
        <p:cNvPr id="1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15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1414" name="Google Shape;1414;p15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5" name="Google Shape;1415;p15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6" name="Google Shape;1416;p15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7" name="Google Shape;1417;p153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418" name="Google Shape;1418;p153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19" name="Google Shape;1419;p153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420" name="Google Shape;1420;p153"/>
          <p:cNvSpPr txBox="1">
            <a:spLocks noGrp="1"/>
          </p:cNvSpPr>
          <p:nvPr>
            <p:ph type="subTitle" idx="3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21" name="Google Shape;1421;p153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22" name="Google Shape;1422;p153"/>
          <p:cNvSpPr/>
          <p:nvPr/>
        </p:nvSpPr>
        <p:spPr>
          <a:xfrm>
            <a:off x="7867325" y="281925"/>
            <a:ext cx="1006200" cy="219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12">
  <p:cSld name="CUSTOM_4_22_6">
    <p:spTree>
      <p:nvGrpSpPr>
        <p:cNvPr id="1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15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425" name="Google Shape;1425;p15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6" name="Google Shape;1426;p15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427" name="Google Shape;1427;p15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28" name="Google Shape;1428;p15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9" name="Google Shape;1429;p154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430" name="Google Shape;1430;p154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31" name="Google Shape;1431;p154"/>
          <p:cNvSpPr/>
          <p:nvPr/>
        </p:nvSpPr>
        <p:spPr>
          <a:xfrm>
            <a:off x="7829550" y="316450"/>
            <a:ext cx="1066500" cy="171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 5">
  <p:cSld name="CUSTOM_4_23_2">
    <p:spTree>
      <p:nvGrpSpPr>
        <p:cNvPr id="1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155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434" name="Google Shape;1434;p15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5" name="Google Shape;1435;p15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436" name="Google Shape;1436;p15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7" name="Google Shape;1437;p15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8" name="Google Shape;1438;p155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439" name="Google Shape;1439;p155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40" name="Google Shape;1440;p155"/>
          <p:cNvSpPr/>
          <p:nvPr/>
        </p:nvSpPr>
        <p:spPr>
          <a:xfrm>
            <a:off x="7880725" y="280650"/>
            <a:ext cx="984000" cy="171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1 2">
  <p:cSld name="CUSTOM_4_3_1_1"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2" name="Google Shape;1442;p15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3" name="Google Shape;1443;p156"/>
          <p:cNvSpPr txBox="1">
            <a:spLocks noGrp="1"/>
          </p:cNvSpPr>
          <p:nvPr>
            <p:ph type="subTitle" idx="1"/>
          </p:nvPr>
        </p:nvSpPr>
        <p:spPr>
          <a:xfrm>
            <a:off x="335825" y="196453"/>
            <a:ext cx="3861600" cy="3027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cxnSp>
        <p:nvCxnSpPr>
          <p:cNvPr id="1444" name="Google Shape;1444;p15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45" name="Google Shape;1445;p15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46" name="Google Shape;1446;p156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704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447" name="Google Shape;1447;p156"/>
          <p:cNvSpPr txBox="1">
            <a:spLocks noGrp="1"/>
          </p:cNvSpPr>
          <p:nvPr>
            <p:ph type="subTitle" idx="2"/>
          </p:nvPr>
        </p:nvSpPr>
        <p:spPr>
          <a:xfrm>
            <a:off x="663799" y="4627175"/>
            <a:ext cx="65907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1448" name="Google Shape;1448;p156"/>
          <p:cNvSpPr txBox="1"/>
          <p:nvPr/>
        </p:nvSpPr>
        <p:spPr>
          <a:xfrm>
            <a:off x="5550423" y="4627175"/>
            <a:ext cx="23814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F18017-200131</a:t>
            </a:r>
            <a:endParaRPr sz="500">
              <a:solidFill>
                <a:srgbClr val="4D4D4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49" name="Google Shape;1449;p156"/>
          <p:cNvSpPr txBox="1">
            <a:spLocks noGrp="1"/>
          </p:cNvSpPr>
          <p:nvPr>
            <p:ph type="title"/>
          </p:nvPr>
        </p:nvSpPr>
        <p:spPr>
          <a:xfrm>
            <a:off x="335825" y="499000"/>
            <a:ext cx="8472300" cy="41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1450" name="Google Shape;1450;p156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51" name="Google Shape;1451;p156"/>
          <p:cNvSpPr/>
          <p:nvPr/>
        </p:nvSpPr>
        <p:spPr>
          <a:xfrm>
            <a:off x="7335075" y="4740975"/>
            <a:ext cx="596700" cy="192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me 1 divider 1">
  <p:cSld name="CUSTOM_3_1_3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157"/>
          <p:cNvSpPr txBox="1">
            <a:spLocks noGrp="1"/>
          </p:cNvSpPr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454" name="Google Shape;1454;p15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5" name="Google Shape;1455;p157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1456" name="Google Shape;1456;p157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57" name="Google Shape;1457;p15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8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58" name="Google Shape;1458;p15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59" name="Google Shape;1459;p157"/>
          <p:cNvSpPr/>
          <p:nvPr/>
        </p:nvSpPr>
        <p:spPr>
          <a:xfrm>
            <a:off x="7899400" y="233675"/>
            <a:ext cx="929700" cy="264300"/>
          </a:xfrm>
          <a:prstGeom prst="roundRect">
            <a:avLst>
              <a:gd name="adj" fmla="val 16667"/>
            </a:avLst>
          </a:prstGeom>
          <a:solidFill>
            <a:srgbClr val="EE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 4">
  <p:cSld name="CUSTOM_4_5_3"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5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462" name="Google Shape;1462;p15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63" name="Google Shape;1463;p15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64" name="Google Shape;1464;p15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5" name="Google Shape;1465;p158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466" name="Google Shape;1466;p158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467" name="Google Shape;1467;p158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6">
  <p:cSld name="CUSTOM_4_26_6"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15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470" name="Google Shape;1470;p15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1" name="Google Shape;1471;p15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472" name="Google Shape;1472;p15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3" name="Google Shape;1473;p15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4" name="Google Shape;1474;p159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475" name="Google Shape;1475;p159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476" name="Google Shape;1476;p159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477" name="Google Shape;1477;p159"/>
          <p:cNvSpPr/>
          <p:nvPr/>
        </p:nvSpPr>
        <p:spPr>
          <a:xfrm>
            <a:off x="7911550" y="278300"/>
            <a:ext cx="904500" cy="30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8" name="Google Shape;1478;p159"/>
          <p:cNvSpPr/>
          <p:nvPr/>
        </p:nvSpPr>
        <p:spPr>
          <a:xfrm>
            <a:off x="7059350" y="4707875"/>
            <a:ext cx="974100" cy="25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2 1">
  <p:cSld name="CUSTOM_4_26_7">
    <p:spTree>
      <p:nvGrpSpPr>
        <p:cNvPr id="1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0" name="Google Shape;1480;p160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481" name="Google Shape;1481;p16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2" name="Google Shape;1482;p16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483" name="Google Shape;1483;p16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84" name="Google Shape;1484;p16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5" name="Google Shape;1485;p160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486" name="Google Shape;1486;p160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487" name="Google Shape;1487;p160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488" name="Google Shape;1488;p160"/>
          <p:cNvSpPr/>
          <p:nvPr/>
        </p:nvSpPr>
        <p:spPr>
          <a:xfrm>
            <a:off x="7911550" y="278300"/>
            <a:ext cx="904500" cy="30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9" name="Google Shape;1489;p160"/>
          <p:cNvSpPr/>
          <p:nvPr/>
        </p:nvSpPr>
        <p:spPr>
          <a:xfrm>
            <a:off x="7059350" y="4707875"/>
            <a:ext cx="974100" cy="25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2">
  <p:cSld name="CUSTOM_4_92">
    <p:spTree>
      <p:nvGrpSpPr>
        <p:cNvPr id="1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161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300" b="1">
                <a:solidFill>
                  <a:srgbClr val="141414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141414"/>
                </a:solidFill>
              </a:defRPr>
            </a:lvl9pPr>
          </a:lstStyle>
          <a:p>
            <a:endParaRPr/>
          </a:p>
        </p:txBody>
      </p:sp>
      <p:pic>
        <p:nvPicPr>
          <p:cNvPr id="1492" name="Google Shape;1492;p16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7726986" y="4663295"/>
            <a:ext cx="1038356" cy="2427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, text (two columns)">
  <p:cSld name="title, text (two columns)"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62"/>
          <p:cNvSpPr txBox="1">
            <a:spLocks noGrp="1"/>
          </p:cNvSpPr>
          <p:nvPr>
            <p:ph type="title"/>
          </p:nvPr>
        </p:nvSpPr>
        <p:spPr>
          <a:xfrm>
            <a:off x="210311" y="185292"/>
            <a:ext cx="4142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IBM Plex Sans"/>
              <a:buNone/>
              <a:defRPr>
                <a:solidFill>
                  <a:srgbClr val="000000"/>
                </a:solidFill>
              </a:defRPr>
            </a:lvl1pPr>
            <a:lvl2pPr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2pPr>
            <a:lvl3pPr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3pPr>
            <a:lvl4pPr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4pPr>
            <a:lvl5pPr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5pPr>
            <a:lvl6pPr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6pPr>
            <a:lvl7pPr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7pPr>
            <a:lvl8pPr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8pPr>
            <a:lvl9pPr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95" name="Google Shape;1495;p162"/>
          <p:cNvSpPr txBox="1">
            <a:spLocks noGrp="1"/>
          </p:cNvSpPr>
          <p:nvPr>
            <p:ph type="body" idx="1"/>
          </p:nvPr>
        </p:nvSpPr>
        <p:spPr>
          <a:xfrm>
            <a:off x="219456" y="862583"/>
            <a:ext cx="4124100" cy="3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BM Plex Sans"/>
              <a:buChar char="▸"/>
              <a:defRPr>
                <a:solidFill>
                  <a:srgbClr val="000000"/>
                </a:solidFill>
              </a:defRPr>
            </a:lvl1pPr>
            <a:lvl2pPr marL="914400" lvl="1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BM Plex Sans"/>
              <a:buChar char="･"/>
              <a:defRPr>
                <a:solidFill>
                  <a:srgbClr val="000000"/>
                </a:solidFill>
              </a:defRPr>
            </a:lvl2pPr>
            <a:lvl3pPr marL="1371600" lvl="2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BM Plex Sans"/>
              <a:buChar char="･"/>
              <a:defRPr>
                <a:solidFill>
                  <a:srgbClr val="000000"/>
                </a:solidFill>
              </a:defRPr>
            </a:lvl3pPr>
            <a:lvl4pPr marL="1828800" lvl="3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BM Plex Sans"/>
              <a:buChar char="･"/>
              <a:defRPr>
                <a:solidFill>
                  <a:srgbClr val="000000"/>
                </a:solidFill>
              </a:defRPr>
            </a:lvl4pPr>
            <a:lvl5pPr marL="2286000" lvl="4" indent="-3175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IBM Plex Sans"/>
              <a:buChar char="･"/>
              <a:defRPr>
                <a:solidFill>
                  <a:srgbClr val="000000"/>
                </a:solidFill>
              </a:defRPr>
            </a:lvl5pPr>
            <a:lvl6pPr marL="2743200" lvl="5" indent="-3175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/>
            </a:lvl9pPr>
          </a:lstStyle>
          <a:p>
            <a:endParaRPr/>
          </a:p>
        </p:txBody>
      </p:sp>
      <p:sp>
        <p:nvSpPr>
          <p:cNvPr id="1496" name="Google Shape;1496;p162"/>
          <p:cNvSpPr txBox="1">
            <a:spLocks noGrp="1"/>
          </p:cNvSpPr>
          <p:nvPr>
            <p:ph type="body" idx="2"/>
          </p:nvPr>
        </p:nvSpPr>
        <p:spPr>
          <a:xfrm>
            <a:off x="4791457" y="1243584"/>
            <a:ext cx="4124100" cy="3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7305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700"/>
              <a:buChar char="▸"/>
              <a:defRPr/>
            </a:lvl1pPr>
            <a:lvl2pPr marL="914400" lvl="1" indent="-3175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/>
            </a:lvl2pPr>
            <a:lvl3pPr marL="1371600" lvl="2" indent="-3175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/>
            </a:lvl3pPr>
            <a:lvl4pPr marL="1828800" lvl="3" indent="-3175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/>
            </a:lvl4pPr>
            <a:lvl5pPr marL="2286000" lvl="4" indent="-3175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/>
            </a:lvl5pPr>
            <a:lvl6pPr marL="2743200" lvl="5" indent="-3175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/>
            </a:lvl6pPr>
            <a:lvl7pPr marL="3200400" lvl="6" indent="-3175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/>
            </a:lvl7pPr>
            <a:lvl8pPr marL="3657600" lvl="7" indent="-3175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/>
            </a:lvl8pPr>
            <a:lvl9pPr marL="4114800" lvl="8" indent="-317500" algn="l" rtl="0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rgbClr val="FFFFFF"/>
              </a:buClr>
              <a:buSzPts val="1400"/>
              <a:buChar char="･"/>
              <a:defRPr/>
            </a:lvl9pPr>
          </a:lstStyle>
          <a:p>
            <a:endParaRPr/>
          </a:p>
        </p:txBody>
      </p:sp>
      <p:sp>
        <p:nvSpPr>
          <p:cNvPr id="1497" name="Google Shape;1497;p162"/>
          <p:cNvSpPr txBox="1"/>
          <p:nvPr/>
        </p:nvSpPr>
        <p:spPr>
          <a:xfrm>
            <a:off x="7950768" y="4823618"/>
            <a:ext cx="7440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BM Plex Sans"/>
              <a:buNone/>
            </a:pPr>
            <a:r>
              <a:rPr lang="en" sz="60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© IBM Corporation</a:t>
            </a:r>
            <a:endParaRPr sz="500"/>
          </a:p>
        </p:txBody>
      </p:sp>
      <p:pic>
        <p:nvPicPr>
          <p:cNvPr id="1498" name="Google Shape;1498;p162" descr="Google Shape;2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31387" y="4778073"/>
            <a:ext cx="1007245" cy="186341"/>
          </a:xfrm>
          <a:prstGeom prst="rect">
            <a:avLst/>
          </a:prstGeom>
          <a:noFill/>
          <a:ln>
            <a:noFill/>
          </a:ln>
        </p:spPr>
      </p:pic>
      <p:sp>
        <p:nvSpPr>
          <p:cNvPr id="1499" name="Google Shape;1499;p162"/>
          <p:cNvSpPr txBox="1">
            <a:spLocks noGrp="1"/>
          </p:cNvSpPr>
          <p:nvPr>
            <p:ph type="sldNum" idx="12"/>
          </p:nvPr>
        </p:nvSpPr>
        <p:spPr>
          <a:xfrm>
            <a:off x="8819130" y="4823619"/>
            <a:ext cx="96300" cy="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BM Plex Sans"/>
              <a:buNone/>
              <a:defRPr sz="600"/>
            </a:lvl1pPr>
            <a:lvl2pPr marL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BM Plex Sans"/>
              <a:buNone/>
              <a:defRPr sz="600"/>
            </a:lvl2pPr>
            <a:lvl3pPr marL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BM Plex Sans"/>
              <a:buNone/>
              <a:defRPr sz="600"/>
            </a:lvl3pPr>
            <a:lvl4pPr marL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BM Plex Sans"/>
              <a:buNone/>
              <a:defRPr sz="600"/>
            </a:lvl4pPr>
            <a:lvl5pPr marL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BM Plex Sans"/>
              <a:buNone/>
              <a:defRPr sz="600"/>
            </a:lvl5pPr>
            <a:lvl6pPr marL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BM Plex Sans"/>
              <a:buNone/>
              <a:defRPr sz="600"/>
            </a:lvl6pPr>
            <a:lvl7pPr marL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BM Plex Sans"/>
              <a:buNone/>
              <a:defRPr sz="600"/>
            </a:lvl7pPr>
            <a:lvl8pPr marL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BM Plex Sans"/>
              <a:buNone/>
              <a:defRPr sz="600"/>
            </a:lvl8pPr>
            <a:lvl9pPr marL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IBM Plex Sans"/>
              <a:buNone/>
              <a:defRPr sz="600"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500"/>
          </a:p>
        </p:txBody>
      </p:sp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 1 1">
  <p:cSld name="CUSTOM_4_37_1">
    <p:spTree>
      <p:nvGrpSpPr>
        <p:cNvPr id="1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p16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502" name="Google Shape;1502;p163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503" name="Google Shape;1503;p16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04" name="Google Shape;1504;p16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05" name="Google Shape;1505;p16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06" name="Google Shape;1506;p16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07" name="Google Shape;1507;p163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08" name="Google Shape;1508;p163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9" name="Google Shape;1509;p163"/>
          <p:cNvSpPr/>
          <p:nvPr/>
        </p:nvSpPr>
        <p:spPr>
          <a:xfrm>
            <a:off x="7395056" y="4687106"/>
            <a:ext cx="492600" cy="297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163"/>
          <p:cNvSpPr/>
          <p:nvPr/>
        </p:nvSpPr>
        <p:spPr>
          <a:xfrm>
            <a:off x="7843875" y="180131"/>
            <a:ext cx="983700" cy="34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image left 2 1">
  <p:cSld name="CUSTOM_4_2_6_3">
    <p:spTree>
      <p:nvGrpSpPr>
        <p:cNvPr id="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6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513" name="Google Shape;1513;p164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514" name="Google Shape;1514;p16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15" name="Google Shape;1515;p16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16" name="Google Shape;1516;p16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7" name="Google Shape;1517;p164"/>
          <p:cNvSpPr/>
          <p:nvPr/>
        </p:nvSpPr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sp>
      <p:sp>
        <p:nvSpPr>
          <p:cNvPr id="1518" name="Google Shape;1518;p164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19" name="Google Shape;1519;p164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20" name="Google Shape;1520;p164"/>
          <p:cNvSpPr txBox="1">
            <a:spLocks noGrp="1"/>
          </p:cNvSpPr>
          <p:nvPr>
            <p:ph type="subTitle" idx="4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large text alt1 1">
  <p:cSld name="CUSTOM_4_2_2_2_1">
    <p:spTree>
      <p:nvGrpSpPr>
        <p:cNvPr id="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22" name="Google Shape;1522;p16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23" name="Google Shape;1523;p16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24" name="Google Shape;1524;p16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5" name="Google Shape;1525;p165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526" name="Google Shape;1526;p165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27" name="Google Shape;1527;p165"/>
          <p:cNvSpPr txBox="1">
            <a:spLocks noGrp="1"/>
          </p:cNvSpPr>
          <p:nvPr>
            <p:ph type="subTitle" idx="2"/>
          </p:nvPr>
        </p:nvSpPr>
        <p:spPr>
          <a:xfrm>
            <a:off x="1565888" y="1812319"/>
            <a:ext cx="6033600" cy="9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28" name="Google Shape;1528;p165"/>
          <p:cNvSpPr txBox="1">
            <a:spLocks noGrp="1"/>
          </p:cNvSpPr>
          <p:nvPr>
            <p:ph type="subTitle" idx="3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529" name="Google Shape;1529;p165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530" name="Google Shape;1530;p165"/>
          <p:cNvSpPr txBox="1">
            <a:spLocks noGrp="1"/>
          </p:cNvSpPr>
          <p:nvPr>
            <p:ph type="subTitle" idx="4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, subhead, and body 3">
  <p:cSld name="CUSTOM_4_17_5">
    <p:spTree>
      <p:nvGrpSpPr>
        <p:cNvPr id="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6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533" name="Google Shape;1533;p166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534" name="Google Shape;1534;p16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5" name="Google Shape;1535;p16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36" name="Google Shape;1536;p16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7" name="Google Shape;1537;p166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38" name="Google Shape;1538;p166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39" name="Google Shape;1539;p166"/>
          <p:cNvSpPr txBox="1">
            <a:spLocks noGrp="1"/>
          </p:cNvSpPr>
          <p:nvPr>
            <p:ph type="body" idx="4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1100"/>
              <a:buChar char="▸"/>
              <a:defRPr sz="1100"/>
            </a:lvl1pPr>
            <a:lvl2pPr marL="914400" lvl="1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2pPr>
            <a:lvl3pPr marL="1371600" lvl="2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3pPr>
            <a:lvl4pPr marL="1828800" lvl="3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4pPr>
            <a:lvl5pPr marL="2286000" lvl="4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5pPr>
            <a:lvl6pPr marL="2743200" lvl="5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6pPr>
            <a:lvl7pPr marL="3200400" lvl="6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7pPr>
            <a:lvl8pPr marL="3657600" lvl="7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8pPr>
            <a:lvl9pPr marL="4114800" lvl="8" indent="-285750" rtl="0">
              <a:lnSpc>
                <a:spcPct val="140000"/>
              </a:lnSpc>
              <a:spcBef>
                <a:spcPts val="800"/>
              </a:spcBef>
              <a:spcAft>
                <a:spcPts val="800"/>
              </a:spcAft>
              <a:buSzPts val="900"/>
              <a:buChar char="･"/>
              <a:defRPr sz="900"/>
            </a:lvl9pPr>
          </a:lstStyle>
          <a:p>
            <a:endParaRPr/>
          </a:p>
        </p:txBody>
      </p:sp>
      <p:pic>
        <p:nvPicPr>
          <p:cNvPr id="1540" name="Google Shape;1540;p16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56" y="4734938"/>
            <a:ext cx="824792" cy="28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 5">
  <p:cSld name="CUSTOM_4_5_4"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6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543" name="Google Shape;1543;p16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44" name="Google Shape;1544;p16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45" name="Google Shape;1545;p16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46" name="Google Shape;1546;p167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547" name="Google Shape;1547;p167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548" name="Google Shape;1548;p167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 6">
  <p:cSld name="CUSTOM_4_5_5">
    <p:spTree>
      <p:nvGrpSpPr>
        <p:cNvPr id="1" name="Shape 1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0" name="Google Shape;1550;p16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551" name="Google Shape;1551;p16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52" name="Google Shape;1552;p16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53" name="Google Shape;1553;p1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54" name="Google Shape;1554;p16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55" name="Google Shape;1555;p168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556" name="Google Shape;1556;p168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Q1CY2021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me 3 Title 1">
  <p:cSld name="CUSTOM_9">
    <p:bg>
      <p:bgPr>
        <a:noFill/>
        <a:effectLst/>
      </p:bgPr>
    </p:bg>
    <p:spTree>
      <p:nvGrpSpPr>
        <p:cNvPr id="1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169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59" name="Google Shape;1559;p1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60" name="Google Shape;1560;p16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61" name="Google Shape;1561;p169"/>
          <p:cNvSpPr txBox="1">
            <a:spLocks noGrp="1"/>
          </p:cNvSpPr>
          <p:nvPr>
            <p:ph type="subTitle" idx="1"/>
          </p:nvPr>
        </p:nvSpPr>
        <p:spPr>
          <a:xfrm>
            <a:off x="4245394" y="2978738"/>
            <a:ext cx="3334800" cy="68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2" name="Google Shape;1562;p169"/>
          <p:cNvSpPr txBox="1">
            <a:spLocks noGrp="1"/>
          </p:cNvSpPr>
          <p:nvPr>
            <p:ph type="title"/>
          </p:nvPr>
        </p:nvSpPr>
        <p:spPr>
          <a:xfrm>
            <a:off x="4245394" y="1281774"/>
            <a:ext cx="4302300" cy="1587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5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563" name="Google Shape;1563;p169"/>
          <p:cNvSpPr txBox="1">
            <a:spLocks noGrp="1"/>
          </p:cNvSpPr>
          <p:nvPr>
            <p:ph type="subTitle" idx="2"/>
          </p:nvPr>
        </p:nvSpPr>
        <p:spPr>
          <a:xfrm>
            <a:off x="4245394" y="3988706"/>
            <a:ext cx="1530300" cy="45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1pPr>
            <a:lvl2pPr lvl="1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2pPr>
            <a:lvl3pPr lvl="2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3pPr>
            <a:lvl4pPr lvl="3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4pPr>
            <a:lvl5pPr lvl="4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5pPr>
            <a:lvl6pPr lvl="5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6pPr>
            <a:lvl7pPr lvl="6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7pPr>
            <a:lvl8pPr lvl="7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8pPr>
            <a:lvl9pPr lvl="8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64" name="Google Shape;1564;p169"/>
          <p:cNvSpPr txBox="1">
            <a:spLocks noGrp="1"/>
          </p:cNvSpPr>
          <p:nvPr>
            <p:ph type="subTitle" idx="3"/>
          </p:nvPr>
        </p:nvSpPr>
        <p:spPr>
          <a:xfrm rot="5400000">
            <a:off x="-1603762" y="1603800"/>
            <a:ext cx="3861600" cy="654000"/>
          </a:xfrm>
          <a:prstGeom prst="rect">
            <a:avLst/>
          </a:prstGeom>
        </p:spPr>
        <p:txBody>
          <a:bodyPr spcFirstLastPara="1" wrap="square" lIns="377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565" name="Google Shape;1565;p16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4">
  <p:cSld name="CUSTOM_4_93">
    <p:spTree>
      <p:nvGrpSpPr>
        <p:cNvPr id="1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p17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568" name="Google Shape;1568;p170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569" name="Google Shape;1569;p17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0" name="Google Shape;1570;p17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1" name="Google Shape;1571;p17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2" name="Google Shape;1572;p170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73" name="Google Shape;1573;p170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hree column 1">
  <p:cSld name="CUSTOM_4_3_4"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75" name="Google Shape;1575;p17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6" name="Google Shape;1576;p17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7" name="Google Shape;1577;p17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78" name="Google Shape;1578;p17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579" name="Google Shape;1579;p171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580" name="Google Shape;1580;p171"/>
          <p:cNvCxnSpPr/>
          <p:nvPr/>
        </p:nvCxnSpPr>
        <p:spPr>
          <a:xfrm>
            <a:off x="3229613" y="3172294"/>
            <a:ext cx="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581" name="Google Shape;1581;p171"/>
          <p:cNvCxnSpPr/>
          <p:nvPr/>
        </p:nvCxnSpPr>
        <p:spPr>
          <a:xfrm>
            <a:off x="5914388" y="3172294"/>
            <a:ext cx="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582" name="Google Shape;1582;p171"/>
          <p:cNvSpPr txBox="1">
            <a:spLocks noGrp="1"/>
          </p:cNvSpPr>
          <p:nvPr>
            <p:ph type="subTitle" idx="2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583" name="Google Shape;1583;p171"/>
          <p:cNvSpPr txBox="1">
            <a:spLocks noGrp="1"/>
          </p:cNvSpPr>
          <p:nvPr>
            <p:ph type="subTitle" idx="3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584" name="Google Shape;1584;p171"/>
          <p:cNvSpPr txBox="1">
            <a:spLocks noGrp="1"/>
          </p:cNvSpPr>
          <p:nvPr>
            <p:ph type="subTitle" idx="4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585" name="Google Shape;1585;p171"/>
          <p:cNvSpPr txBox="1">
            <a:spLocks noGrp="1"/>
          </p:cNvSpPr>
          <p:nvPr>
            <p:ph type="subTitle" idx="5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586" name="Google Shape;1586;p171"/>
          <p:cNvSpPr txBox="1">
            <a:spLocks noGrp="1"/>
          </p:cNvSpPr>
          <p:nvPr>
            <p:ph type="subTitle" idx="6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587" name="Google Shape;1587;p171"/>
          <p:cNvSpPr txBox="1">
            <a:spLocks noGrp="1"/>
          </p:cNvSpPr>
          <p:nvPr>
            <p:ph type="subTitle" idx="7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588" name="Google Shape;1588;p171"/>
          <p:cNvSpPr txBox="1">
            <a:spLocks noGrp="1"/>
          </p:cNvSpPr>
          <p:nvPr>
            <p:ph type="subTitle" idx="8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589" name="Google Shape;1589;p171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590" name="Google Shape;1590;p171"/>
          <p:cNvSpPr txBox="1">
            <a:spLocks noGrp="1"/>
          </p:cNvSpPr>
          <p:nvPr>
            <p:ph type="subTitle" idx="9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591" name="Google Shape;1591;p171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92" name="Google Shape;1592;p171"/>
          <p:cNvSpPr/>
          <p:nvPr/>
        </p:nvSpPr>
        <p:spPr>
          <a:xfrm>
            <a:off x="7844950" y="313075"/>
            <a:ext cx="988500" cy="13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, subhead, and body 2">
  <p:cSld name="CUSTOM_4_17_6">
    <p:spTree>
      <p:nvGrpSpPr>
        <p:cNvPr id="1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172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595" name="Google Shape;1595;p172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596" name="Google Shape;1596;p17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7" name="Google Shape;1597;p17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98" name="Google Shape;1598;p17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99" name="Google Shape;1599;p172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600" name="Google Shape;1600;p172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01" name="Google Shape;1601;p172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02" name="Google Shape;1602;p172"/>
          <p:cNvSpPr txBox="1">
            <a:spLocks noGrp="1"/>
          </p:cNvSpPr>
          <p:nvPr>
            <p:ph type="body" idx="4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1100"/>
              <a:buChar char="▸"/>
              <a:defRPr sz="1100"/>
            </a:lvl1pPr>
            <a:lvl2pPr marL="914400" lvl="1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2pPr>
            <a:lvl3pPr marL="1371600" lvl="2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3pPr>
            <a:lvl4pPr marL="1828800" lvl="3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4pPr>
            <a:lvl5pPr marL="2286000" lvl="4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5pPr>
            <a:lvl6pPr marL="2743200" lvl="5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6pPr>
            <a:lvl7pPr marL="3200400" lvl="6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7pPr>
            <a:lvl8pPr marL="3657600" lvl="7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8pPr>
            <a:lvl9pPr marL="4114800" lvl="8" indent="-285750" rtl="0">
              <a:lnSpc>
                <a:spcPct val="140000"/>
              </a:lnSpc>
              <a:spcBef>
                <a:spcPts val="800"/>
              </a:spcBef>
              <a:spcAft>
                <a:spcPts val="800"/>
              </a:spcAft>
              <a:buSzPts val="900"/>
              <a:buChar char="･"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hree column 1 1">
  <p:cSld name="CUSTOM_4_3_1_2">
    <p:spTree>
      <p:nvGrpSpPr>
        <p:cNvPr id="1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4" name="Google Shape;1604;p17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F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05" name="Google Shape;1605;p17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F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06" name="Google Shape;1606;p17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7" name="Google Shape;1607;p173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608" name="Google Shape;1608;p173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609" name="Google Shape;1609;p173"/>
          <p:cNvCxnSpPr/>
          <p:nvPr/>
        </p:nvCxnSpPr>
        <p:spPr>
          <a:xfrm>
            <a:off x="3229613" y="3172294"/>
            <a:ext cx="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10" name="Google Shape;1610;p173"/>
          <p:cNvCxnSpPr/>
          <p:nvPr/>
        </p:nvCxnSpPr>
        <p:spPr>
          <a:xfrm>
            <a:off x="5914388" y="3172294"/>
            <a:ext cx="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11" name="Google Shape;1611;p173"/>
          <p:cNvSpPr txBox="1">
            <a:spLocks noGrp="1"/>
          </p:cNvSpPr>
          <p:nvPr>
            <p:ph type="subTitle" idx="2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612" name="Google Shape;1612;p173"/>
          <p:cNvSpPr txBox="1">
            <a:spLocks noGrp="1"/>
          </p:cNvSpPr>
          <p:nvPr>
            <p:ph type="subTitle" idx="3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613" name="Google Shape;1613;p173"/>
          <p:cNvSpPr txBox="1">
            <a:spLocks noGrp="1"/>
          </p:cNvSpPr>
          <p:nvPr>
            <p:ph type="subTitle" idx="4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614" name="Google Shape;1614;p173"/>
          <p:cNvSpPr txBox="1">
            <a:spLocks noGrp="1"/>
          </p:cNvSpPr>
          <p:nvPr>
            <p:ph type="subTitle" idx="5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615" name="Google Shape;1615;p173"/>
          <p:cNvSpPr txBox="1">
            <a:spLocks noGrp="1"/>
          </p:cNvSpPr>
          <p:nvPr>
            <p:ph type="subTitle" idx="6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616" name="Google Shape;1616;p173"/>
          <p:cNvSpPr txBox="1">
            <a:spLocks noGrp="1"/>
          </p:cNvSpPr>
          <p:nvPr>
            <p:ph type="subTitle" idx="7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617" name="Google Shape;1617;p173"/>
          <p:cNvSpPr txBox="1">
            <a:spLocks noGrp="1"/>
          </p:cNvSpPr>
          <p:nvPr>
            <p:ph type="subTitle" idx="8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"/>
              <a:buFont typeface="Red Hat Display Medium"/>
              <a:buNone/>
              <a:defRPr sz="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"/>
              <a:buFont typeface="Red Hat Display Medium"/>
              <a:buNone/>
              <a:defRPr sz="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"/>
              <a:buFont typeface="Red Hat Display Medium"/>
              <a:buNone/>
              <a:defRPr sz="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"/>
              <a:buFont typeface="Red Hat Display Medium"/>
              <a:buNone/>
              <a:defRPr sz="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"/>
              <a:buFont typeface="Red Hat Display Medium"/>
              <a:buNone/>
              <a:defRPr sz="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"/>
              <a:buFont typeface="Red Hat Display Medium"/>
              <a:buNone/>
              <a:defRPr sz="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"/>
              <a:buFont typeface="Red Hat Display Medium"/>
              <a:buNone/>
              <a:defRPr sz="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"/>
              <a:buFont typeface="Red Hat Display Medium"/>
              <a:buNone/>
              <a:defRPr sz="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"/>
              <a:buFont typeface="Red Hat Display Medium"/>
              <a:buNone/>
              <a:defRPr sz="8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618" name="Google Shape;1618;p173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619" name="Google Shape;1619;p173"/>
          <p:cNvSpPr txBox="1">
            <a:spLocks noGrp="1"/>
          </p:cNvSpPr>
          <p:nvPr>
            <p:ph type="subTitle" idx="9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EE0000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EE0000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EE0000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EE0000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EE0000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EE0000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EE0000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EE0000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EE0000"/>
                </a:solidFill>
              </a:defRPr>
            </a:lvl9pPr>
          </a:lstStyle>
          <a:p>
            <a:endParaRPr/>
          </a:p>
        </p:txBody>
      </p:sp>
      <p:sp>
        <p:nvSpPr>
          <p:cNvPr id="1620" name="Google Shape;1620;p173"/>
          <p:cNvSpPr/>
          <p:nvPr/>
        </p:nvSpPr>
        <p:spPr>
          <a:xfrm>
            <a:off x="7844950" y="313075"/>
            <a:ext cx="988500" cy="13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13">
  <p:cSld name="CUSTOM_4_22_7"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17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623" name="Google Shape;1623;p17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4" name="Google Shape;1624;p17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625" name="Google Shape;1625;p17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6" name="Google Shape;1626;p17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7" name="Google Shape;1627;p174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628" name="Google Shape;1628;p174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Q1CY2021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29" name="Google Shape;1629;p174"/>
          <p:cNvSpPr/>
          <p:nvPr/>
        </p:nvSpPr>
        <p:spPr>
          <a:xfrm>
            <a:off x="7829550" y="316450"/>
            <a:ext cx="1066500" cy="171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hree column 2">
  <p:cSld name="CUSTOM_4_3_2_1">
    <p:spTree>
      <p:nvGrpSpPr>
        <p:cNvPr id="1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1" name="Google Shape;1631;p17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2" name="Google Shape;1632;p17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33" name="Google Shape;1633;p17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34" name="Google Shape;1634;p175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635" name="Google Shape;1635;p175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636" name="Google Shape;1636;p175"/>
          <p:cNvCxnSpPr/>
          <p:nvPr/>
        </p:nvCxnSpPr>
        <p:spPr>
          <a:xfrm>
            <a:off x="2224625" y="2891244"/>
            <a:ext cx="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637" name="Google Shape;1637;p175"/>
          <p:cNvCxnSpPr/>
          <p:nvPr/>
        </p:nvCxnSpPr>
        <p:spPr>
          <a:xfrm>
            <a:off x="6657663" y="2891244"/>
            <a:ext cx="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38" name="Google Shape;1638;p175"/>
          <p:cNvSpPr txBox="1">
            <a:spLocks noGrp="1"/>
          </p:cNvSpPr>
          <p:nvPr>
            <p:ph type="subTitle" idx="2"/>
          </p:nvPr>
        </p:nvSpPr>
        <p:spPr>
          <a:xfrm>
            <a:off x="492525" y="2659025"/>
            <a:ext cx="1525500" cy="549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639" name="Google Shape;1639;p175"/>
          <p:cNvSpPr txBox="1">
            <a:spLocks noGrp="1"/>
          </p:cNvSpPr>
          <p:nvPr>
            <p:ph type="subTitle" idx="3"/>
          </p:nvPr>
        </p:nvSpPr>
        <p:spPr>
          <a:xfrm>
            <a:off x="492525" y="3413800"/>
            <a:ext cx="15255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640" name="Google Shape;1640;p175"/>
          <p:cNvSpPr txBox="1">
            <a:spLocks noGrp="1"/>
          </p:cNvSpPr>
          <p:nvPr>
            <p:ph type="subTitle" idx="4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641" name="Google Shape;1641;p175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642" name="Google Shape;1642;p175"/>
          <p:cNvSpPr txBox="1">
            <a:spLocks noGrp="1"/>
          </p:cNvSpPr>
          <p:nvPr>
            <p:ph type="subTitle" idx="5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43" name="Google Shape;1643;p175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Q4CY2021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44" name="Google Shape;1644;p175"/>
          <p:cNvSpPr/>
          <p:nvPr/>
        </p:nvSpPr>
        <p:spPr>
          <a:xfrm>
            <a:off x="7844950" y="313075"/>
            <a:ext cx="988500" cy="1386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645" name="Google Shape;1645;p175"/>
          <p:cNvCxnSpPr/>
          <p:nvPr/>
        </p:nvCxnSpPr>
        <p:spPr>
          <a:xfrm>
            <a:off x="4371125" y="2891244"/>
            <a:ext cx="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46" name="Google Shape;1646;p175"/>
          <p:cNvSpPr txBox="1">
            <a:spLocks noGrp="1"/>
          </p:cNvSpPr>
          <p:nvPr>
            <p:ph type="subTitle" idx="6"/>
          </p:nvPr>
        </p:nvSpPr>
        <p:spPr>
          <a:xfrm>
            <a:off x="2495550" y="2659025"/>
            <a:ext cx="1525500" cy="549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647" name="Google Shape;1647;p175"/>
          <p:cNvSpPr txBox="1">
            <a:spLocks noGrp="1"/>
          </p:cNvSpPr>
          <p:nvPr>
            <p:ph type="subTitle" idx="7"/>
          </p:nvPr>
        </p:nvSpPr>
        <p:spPr>
          <a:xfrm>
            <a:off x="2495550" y="3413800"/>
            <a:ext cx="15255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648" name="Google Shape;1648;p175"/>
          <p:cNvSpPr txBox="1">
            <a:spLocks noGrp="1"/>
          </p:cNvSpPr>
          <p:nvPr>
            <p:ph type="subTitle" idx="8"/>
          </p:nvPr>
        </p:nvSpPr>
        <p:spPr>
          <a:xfrm>
            <a:off x="4725175" y="2659025"/>
            <a:ext cx="1525500" cy="549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649" name="Google Shape;1649;p175"/>
          <p:cNvSpPr txBox="1">
            <a:spLocks noGrp="1"/>
          </p:cNvSpPr>
          <p:nvPr>
            <p:ph type="subTitle" idx="9"/>
          </p:nvPr>
        </p:nvSpPr>
        <p:spPr>
          <a:xfrm>
            <a:off x="4725175" y="3413800"/>
            <a:ext cx="15255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650" name="Google Shape;1650;p175"/>
          <p:cNvSpPr txBox="1">
            <a:spLocks noGrp="1"/>
          </p:cNvSpPr>
          <p:nvPr>
            <p:ph type="subTitle" idx="13"/>
          </p:nvPr>
        </p:nvSpPr>
        <p:spPr>
          <a:xfrm>
            <a:off x="6954800" y="2659013"/>
            <a:ext cx="1525500" cy="549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651" name="Google Shape;1651;p175"/>
          <p:cNvSpPr txBox="1">
            <a:spLocks noGrp="1"/>
          </p:cNvSpPr>
          <p:nvPr>
            <p:ph type="subTitle" idx="14"/>
          </p:nvPr>
        </p:nvSpPr>
        <p:spPr>
          <a:xfrm>
            <a:off x="6954800" y="3413788"/>
            <a:ext cx="15255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, subhead, and body 4">
  <p:cSld name="CUSTOM_4_17_7">
    <p:spTree>
      <p:nvGrpSpPr>
        <p:cNvPr id="1" name="Shape 1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3" name="Google Shape;1653;p17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654" name="Google Shape;1654;p176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655" name="Google Shape;1655;p17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6" name="Google Shape;1656;p17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7" name="Google Shape;1657;p17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58" name="Google Shape;1658;p176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659" name="Google Shape;1659;p176"/>
          <p:cNvSpPr txBox="1">
            <a:spLocks noGrp="1"/>
          </p:cNvSpPr>
          <p:nvPr>
            <p:ph type="subTitle" idx="2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60" name="Google Shape;1660;p176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61" name="Google Shape;1661;p176"/>
          <p:cNvSpPr txBox="1">
            <a:spLocks noGrp="1"/>
          </p:cNvSpPr>
          <p:nvPr>
            <p:ph type="body" idx="4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200"/>
              <a:buChar char="▸"/>
              <a:defRPr/>
            </a:lvl1pPr>
            <a:lvl2pPr marL="914400" lvl="1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2pPr>
            <a:lvl3pPr marL="1371600" lvl="2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3pPr>
            <a:lvl4pPr marL="1828800" lvl="3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4pPr>
            <a:lvl5pPr marL="2286000" lvl="4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5pPr>
            <a:lvl6pPr marL="2743200" lvl="5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6pPr>
            <a:lvl7pPr marL="3200400" lvl="6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7pPr>
            <a:lvl8pPr marL="3657600" lvl="7" indent="-298450" rtl="0">
              <a:lnSpc>
                <a:spcPct val="135000"/>
              </a:lnSpc>
              <a:spcBef>
                <a:spcPts val="800"/>
              </a:spcBef>
              <a:spcAft>
                <a:spcPts val="0"/>
              </a:spcAft>
              <a:buSzPts val="1100"/>
              <a:buChar char="･"/>
              <a:defRPr/>
            </a:lvl8pPr>
            <a:lvl9pPr marL="4114800" lvl="8" indent="-298450" rtl="0">
              <a:lnSpc>
                <a:spcPct val="135000"/>
              </a:lnSpc>
              <a:spcBef>
                <a:spcPts val="800"/>
              </a:spcBef>
              <a:spcAft>
                <a:spcPts val="800"/>
              </a:spcAft>
              <a:buSzPts val="1100"/>
              <a:buChar char="･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3">
  <p:cSld name="CUSTOM_4_94">
    <p:spTree>
      <p:nvGrpSpPr>
        <p:cNvPr id="1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17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664" name="Google Shape;1664;p17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5" name="Google Shape;1665;p17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666" name="Google Shape;1666;p17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67" name="Google Shape;1667;p17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68" name="Google Shape;1668;p177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669" name="Google Shape;1669;p177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large quote red">
  <p:cSld name="CUSTOM_3_1_4">
    <p:bg>
      <p:bgPr>
        <a:noFill/>
        <a:effectLst/>
      </p:bgPr>
    </p:bg>
    <p:spTree>
      <p:nvGrpSpPr>
        <p:cNvPr id="1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78"/>
          <p:cNvSpPr txBox="1">
            <a:spLocks noGrp="1"/>
          </p:cNvSpPr>
          <p:nvPr>
            <p:ph type="title"/>
          </p:nvPr>
        </p:nvSpPr>
        <p:spPr>
          <a:xfrm>
            <a:off x="1557019" y="1412438"/>
            <a:ext cx="5994000" cy="230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1pPr>
            <a:lvl2pPr lvl="1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2pPr>
            <a:lvl3pPr lvl="2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3pPr>
            <a:lvl4pPr lvl="3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4pPr>
            <a:lvl5pPr lvl="4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5pPr>
            <a:lvl6pPr lvl="5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6pPr>
            <a:lvl7pPr lvl="6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7pPr>
            <a:lvl8pPr lvl="7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8pPr>
            <a:lvl9pPr lvl="8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  <a:defRPr sz="4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672" name="Google Shape;1672;p17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3" name="Google Shape;1673;p17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74" name="Google Shape;1674;p178"/>
          <p:cNvCxnSpPr/>
          <p:nvPr/>
        </p:nvCxnSpPr>
        <p:spPr>
          <a:xfrm>
            <a:off x="1557019" y="1240275"/>
            <a:ext cx="1043100" cy="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75" name="Google Shape;1675;p17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76" name="Google Shape;1676;p17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pic>
        <p:nvPicPr>
          <p:cNvPr id="1677" name="Google Shape;1677;p17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02694" y="4682513"/>
            <a:ext cx="1716036" cy="20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 1">
  <p:cSld name="CUSTOM_4_38">
    <p:spTree>
      <p:nvGrpSpPr>
        <p:cNvPr id="1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17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680" name="Google Shape;1680;p179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681" name="Google Shape;1681;p17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82" name="Google Shape;1682;p17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83" name="Google Shape;1683;p17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84" name="Google Shape;1684;p179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685" name="Google Shape;1685;p179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86" name="Google Shape;1686;p179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87" name="Google Shape;1687;p179"/>
          <p:cNvSpPr/>
          <p:nvPr/>
        </p:nvSpPr>
        <p:spPr>
          <a:xfrm>
            <a:off x="7395056" y="4687106"/>
            <a:ext cx="492600" cy="297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8" name="Google Shape;1688;p179"/>
          <p:cNvSpPr/>
          <p:nvPr/>
        </p:nvSpPr>
        <p:spPr>
          <a:xfrm>
            <a:off x="7843875" y="180131"/>
            <a:ext cx="983700" cy="34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4">
  <p:cSld name="CUSTOM_4_95">
    <p:spTree>
      <p:nvGrpSpPr>
        <p:cNvPr id="1" name="Shape 1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0" name="Google Shape;1690;p180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691" name="Google Shape;1691;p18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2" name="Google Shape;1692;p18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693" name="Google Shape;1693;p18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4" name="Google Shape;1694;p18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5" name="Google Shape;1695;p180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pic>
        <p:nvPicPr>
          <p:cNvPr id="1696" name="Google Shape;1696;p1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02694" y="4682513"/>
            <a:ext cx="1716036" cy="20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14">
  <p:cSld name="CUSTOM_4_2_8"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p181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699" name="Google Shape;1699;p18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0" name="Google Shape;1700;p18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9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701" name="Google Shape;1701;p18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2" name="Google Shape;1702;p18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03" name="Google Shape;1703;p18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04" name="Google Shape;1704;p181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4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1 2 1">
  <p:cSld name="CUSTOM_4_3_1_3">
    <p:spTree>
      <p:nvGrpSpPr>
        <p:cNvPr id="1" name="Shape 1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06" name="Google Shape;1706;p18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7" name="Google Shape;1707;p182"/>
          <p:cNvSpPr txBox="1">
            <a:spLocks noGrp="1"/>
          </p:cNvSpPr>
          <p:nvPr>
            <p:ph type="subTitle" idx="1"/>
          </p:nvPr>
        </p:nvSpPr>
        <p:spPr>
          <a:xfrm>
            <a:off x="335825" y="196453"/>
            <a:ext cx="3861600" cy="3027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cxnSp>
        <p:nvCxnSpPr>
          <p:cNvPr id="1708" name="Google Shape;1708;p18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9" name="Google Shape;1709;p18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10" name="Google Shape;1710;p182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704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1711" name="Google Shape;1711;p182"/>
          <p:cNvSpPr txBox="1">
            <a:spLocks noGrp="1"/>
          </p:cNvSpPr>
          <p:nvPr>
            <p:ph type="subTitle" idx="2"/>
          </p:nvPr>
        </p:nvSpPr>
        <p:spPr>
          <a:xfrm>
            <a:off x="663799" y="4627175"/>
            <a:ext cx="65907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1712" name="Google Shape;1712;p182"/>
          <p:cNvSpPr txBox="1"/>
          <p:nvPr/>
        </p:nvSpPr>
        <p:spPr>
          <a:xfrm>
            <a:off x="5550423" y="4627175"/>
            <a:ext cx="2381400" cy="4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F18017-200131</a:t>
            </a:r>
            <a:endParaRPr sz="500">
              <a:solidFill>
                <a:srgbClr val="4D4D4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13" name="Google Shape;1713;p182"/>
          <p:cNvSpPr txBox="1">
            <a:spLocks noGrp="1"/>
          </p:cNvSpPr>
          <p:nvPr>
            <p:ph type="title"/>
          </p:nvPr>
        </p:nvSpPr>
        <p:spPr>
          <a:xfrm>
            <a:off x="335825" y="499000"/>
            <a:ext cx="8472300" cy="41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1714" name="Google Shape;1714;p182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15" name="Google Shape;1715;p182"/>
          <p:cNvSpPr/>
          <p:nvPr/>
        </p:nvSpPr>
        <p:spPr>
          <a:xfrm>
            <a:off x="7335075" y="4740975"/>
            <a:ext cx="596700" cy="192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1 3">
  <p:cSld name="CUSTOM_4_26_8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p18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718" name="Google Shape;1718;p18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19" name="Google Shape;1719;p18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720" name="Google Shape;1720;p18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1" name="Google Shape;1721;p18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22" name="Google Shape;1722;p18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p183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724" name="Google Shape;1724;p183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725" name="Google Shape;1725;p183"/>
          <p:cNvSpPr/>
          <p:nvPr/>
        </p:nvSpPr>
        <p:spPr>
          <a:xfrm>
            <a:off x="7911550" y="278300"/>
            <a:ext cx="904500" cy="30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6" name="Google Shape;1726;p183"/>
          <p:cNvSpPr/>
          <p:nvPr/>
        </p:nvSpPr>
        <p:spPr>
          <a:xfrm>
            <a:off x="7059350" y="4707875"/>
            <a:ext cx="974100" cy="25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7" name="Google Shape;1727;p183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5">
  <p:cSld name="CUSTOM_4_96"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18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730" name="Google Shape;1730;p18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1" name="Google Shape;1731;p18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732" name="Google Shape;1732;p18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33" name="Google Shape;1733;p18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34" name="Google Shape;1734;p184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35" name="Google Shape;1735;p184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736" name="Google Shape;1736;p184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37" name="Google Shape;1737;p184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Q2CY2020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image left 1 2">
  <p:cSld name="CUSTOM_4_2_2_3">
    <p:spTree>
      <p:nvGrpSpPr>
        <p:cNvPr id="1" name="Shape 1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18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0000"/>
              </a:buClr>
              <a:buSzPts val="800"/>
              <a:buFont typeface="Red Hat Display Medium"/>
              <a:buNone/>
              <a:defRPr sz="800">
                <a:solidFill>
                  <a:srgbClr val="F0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0000"/>
              </a:buClr>
              <a:buSzPts val="800"/>
              <a:buFont typeface="Red Hat Display Medium"/>
              <a:buNone/>
              <a:defRPr sz="800">
                <a:solidFill>
                  <a:srgbClr val="F0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0000"/>
              </a:buClr>
              <a:buSzPts val="800"/>
              <a:buFont typeface="Red Hat Display Medium"/>
              <a:buNone/>
              <a:defRPr sz="800">
                <a:solidFill>
                  <a:srgbClr val="F0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0000"/>
              </a:buClr>
              <a:buSzPts val="800"/>
              <a:buFont typeface="Red Hat Display Medium"/>
              <a:buNone/>
              <a:defRPr sz="800">
                <a:solidFill>
                  <a:srgbClr val="F0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0000"/>
              </a:buClr>
              <a:buSzPts val="800"/>
              <a:buFont typeface="Red Hat Display Medium"/>
              <a:buNone/>
              <a:defRPr sz="800">
                <a:solidFill>
                  <a:srgbClr val="F0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0000"/>
              </a:buClr>
              <a:buSzPts val="800"/>
              <a:buFont typeface="Red Hat Display Medium"/>
              <a:buNone/>
              <a:defRPr sz="800">
                <a:solidFill>
                  <a:srgbClr val="F0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0000"/>
              </a:buClr>
              <a:buSzPts val="800"/>
              <a:buFont typeface="Red Hat Display Medium"/>
              <a:buNone/>
              <a:defRPr sz="800">
                <a:solidFill>
                  <a:srgbClr val="F0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0000"/>
              </a:buClr>
              <a:buSzPts val="800"/>
              <a:buFont typeface="Red Hat Display Medium"/>
              <a:buNone/>
              <a:defRPr sz="800">
                <a:solidFill>
                  <a:srgbClr val="F0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0000"/>
              </a:buClr>
              <a:buSzPts val="800"/>
              <a:buFont typeface="Red Hat Display Medium"/>
              <a:buNone/>
              <a:defRPr sz="800">
                <a:solidFill>
                  <a:srgbClr val="F0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1740" name="Google Shape;1740;p185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cxnSp>
        <p:nvCxnSpPr>
          <p:cNvPr id="1741" name="Google Shape;1741;p18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F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2" name="Google Shape;1742;p18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F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43" name="Google Shape;1743;p18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44" name="Google Shape;1744;p185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45" name="Google Shape;1745;p185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rgbClr val="F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rgbClr val="F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rgbClr val="F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1746" name="Google Shape;1746;p185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7" name="Google Shape;1747;p185"/>
          <p:cNvSpPr txBox="1">
            <a:spLocks noGrp="1"/>
          </p:cNvSpPr>
          <p:nvPr>
            <p:ph type="subTitle" idx="4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1748" name="Google Shape;1748;p185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 7">
  <p:cSld name="CUSTOM_4_9_5">
    <p:spTree>
      <p:nvGrpSpPr>
        <p:cNvPr id="1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86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751" name="Google Shape;1751;p18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2" name="Google Shape;1752;p18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53" name="Google Shape;1753;p18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54" name="Google Shape;1754;p186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755" name="Google Shape;1755;p186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756" name="Google Shape;1756;p186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Q2CY2020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5">
  <p:cSld name="CUSTOM_4_35_1">
    <p:spTree>
      <p:nvGrpSpPr>
        <p:cNvPr id="1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18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759" name="Google Shape;1759;p187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760" name="Google Shape;1760;p18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61" name="Google Shape;1761;p18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2" name="Google Shape;1762;p18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63" name="Google Shape;1763;p187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764" name="Google Shape;1764;p187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765" name="Google Shape;1765;p187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66" name="Google Shape;1766;p187"/>
          <p:cNvSpPr/>
          <p:nvPr/>
        </p:nvSpPr>
        <p:spPr>
          <a:xfrm>
            <a:off x="7395056" y="4687106"/>
            <a:ext cx="492600" cy="297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7" name="Google Shape;1767;p187"/>
          <p:cNvSpPr/>
          <p:nvPr/>
        </p:nvSpPr>
        <p:spPr>
          <a:xfrm>
            <a:off x="7843875" y="180131"/>
            <a:ext cx="983700" cy="34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7 2">
  <p:cSld name="CUSTOM_4_34">
    <p:spTree>
      <p:nvGrpSpPr>
        <p:cNvPr id="1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18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770" name="Google Shape;1770;p18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1" name="Google Shape;1771;p18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772" name="Google Shape;1772;p18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3" name="Google Shape;1773;p18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774" name="Google Shape;1774;p18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775" name="Google Shape;1775;p188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1 4">
  <p:cSld name="CUSTOM_4_26_9">
    <p:spTree>
      <p:nvGrpSpPr>
        <p:cNvPr id="1" name="Shape 1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7" name="Google Shape;1777;p18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778" name="Google Shape;1778;p18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9" name="Google Shape;1779;p18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780" name="Google Shape;1780;p18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1" name="Google Shape;1781;p18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82" name="Google Shape;1782;p189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783" name="Google Shape;1783;p189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784" name="Google Shape;1784;p189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785" name="Google Shape;1785;p189"/>
          <p:cNvSpPr/>
          <p:nvPr/>
        </p:nvSpPr>
        <p:spPr>
          <a:xfrm>
            <a:off x="7911550" y="278300"/>
            <a:ext cx="904500" cy="30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6" name="Google Shape;1786;p189"/>
          <p:cNvSpPr/>
          <p:nvPr/>
        </p:nvSpPr>
        <p:spPr>
          <a:xfrm>
            <a:off x="7059350" y="4707875"/>
            <a:ext cx="974100" cy="25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7" name="Google Shape;1787;p189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Q3CY2020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7">
  <p:cSld name="CUSTOM_4_4_8">
    <p:spTree>
      <p:nvGrpSpPr>
        <p:cNvPr id="1" name="Shape 1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9" name="Google Shape;1789;p190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790" name="Google Shape;1790;p19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1" name="Google Shape;1791;p19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792" name="Google Shape;1792;p19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93" name="Google Shape;1793;p19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4" name="Google Shape;1794;p190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5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795" name="Google Shape;1795;p190"/>
          <p:cNvSpPr/>
          <p:nvPr/>
        </p:nvSpPr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sp>
      <p:sp>
        <p:nvSpPr>
          <p:cNvPr id="1796" name="Google Shape;1796;p190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1 5">
  <p:cSld name="CUSTOM_4_4_1">
    <p:spTree>
      <p:nvGrpSpPr>
        <p:cNvPr id="1" name="Shape 1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8" name="Google Shape;1798;p191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799" name="Google Shape;1799;p19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0" name="Google Shape;1800;p19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801" name="Google Shape;1801;p19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2" name="Google Shape;1802;p19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3" name="Google Shape;1803;p191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5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1804" name="Google Shape;1804;p1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02694" y="4739663"/>
            <a:ext cx="1716036" cy="20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8">
  <p:cSld name="CUSTOM_4_4_9">
    <p:spTree>
      <p:nvGrpSpPr>
        <p:cNvPr id="1" name="Shape 1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6" name="Google Shape;1806;p192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807" name="Google Shape;1807;p19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08" name="Google Shape;1808;p192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809" name="Google Shape;1809;p19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0" name="Google Shape;1810;p19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1" name="Google Shape;1811;p192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5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1812" name="Google Shape;1812;p19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02694" y="4739663"/>
            <a:ext cx="1716036" cy="20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6">
  <p:cSld name="CUSTOM_4_97">
    <p:spTree>
      <p:nvGrpSpPr>
        <p:cNvPr id="1" name="Shape 1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4" name="Google Shape;1814;p19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815" name="Google Shape;1815;p19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6" name="Google Shape;1816;p19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817" name="Google Shape;1817;p19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18" name="Google Shape;1818;p19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9" name="Google Shape;1819;p193"/>
          <p:cNvSpPr txBox="1"/>
          <p:nvPr/>
        </p:nvSpPr>
        <p:spPr>
          <a:xfrm>
            <a:off x="7551023" y="202377"/>
            <a:ext cx="1214400" cy="2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 b="1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CONFIDENTIAL </a:t>
            </a:r>
            <a:r>
              <a:rPr lang="en" sz="500">
                <a:solidFill>
                  <a:srgbClr val="666666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Designator</a:t>
            </a:r>
            <a:endParaRPr sz="500">
              <a:solidFill>
                <a:srgbClr val="666666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pic>
        <p:nvPicPr>
          <p:cNvPr id="1820" name="Google Shape;1820;p19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02694" y="4739663"/>
            <a:ext cx="1716036" cy="2034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illustrated">
  <p:cSld name="CUSTOM_1_1">
    <p:bg>
      <p:bgPr>
        <a:noFill/>
        <a:effectLst/>
      </p:bgPr>
    </p:bg>
    <p:spTree>
      <p:nvGrpSpPr>
        <p:cNvPr id="1" name="Shape 1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" name="Google Shape;1822;p194"/>
          <p:cNvSpPr/>
          <p:nvPr/>
        </p:nvSpPr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6">
  <p:cSld name="CUSTOM_4_98">
    <p:spTree>
      <p:nvGrpSpPr>
        <p:cNvPr id="1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19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825" name="Google Shape;1825;p195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826" name="Google Shape;1826;p19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7" name="Google Shape;1827;p19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28" name="Google Shape;1828;p195"/>
          <p:cNvSpPr txBox="1">
            <a:spLocks noGrp="1"/>
          </p:cNvSpPr>
          <p:nvPr>
            <p:ph type="sldNum" idx="12"/>
          </p:nvPr>
        </p:nvSpPr>
        <p:spPr>
          <a:xfrm>
            <a:off x="-624319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29" name="Google Shape;1829;p195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30" name="Google Shape;1830;p195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31" name="Google Shape;1831;p195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32" name="Google Shape;1832;p195"/>
          <p:cNvSpPr/>
          <p:nvPr/>
        </p:nvSpPr>
        <p:spPr>
          <a:xfrm>
            <a:off x="7395056" y="4687106"/>
            <a:ext cx="492600" cy="2973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3" name="Google Shape;1833;p195"/>
          <p:cNvSpPr/>
          <p:nvPr/>
        </p:nvSpPr>
        <p:spPr>
          <a:xfrm>
            <a:off x="7843875" y="180131"/>
            <a:ext cx="983700" cy="342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ithout Quote 4">
  <p:cSld name="CUSTOM_3_1_2_5">
    <p:bg>
      <p:bgPr>
        <a:noFill/>
        <a:effectLst/>
      </p:bgPr>
    </p:bg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p196"/>
          <p:cNvSpPr/>
          <p:nvPr/>
        </p:nvSpPr>
        <p:spPr>
          <a:xfrm>
            <a:off x="5075" y="5075"/>
            <a:ext cx="9144000" cy="437400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36" name="Google Shape;1836;p19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37" name="Google Shape;1837;p19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38" name="Google Shape;1838;p196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39" name="Google Shape;1839;p19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0" name="Google Shape;1840;p19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Overpass SemiBold"/>
              <a:buNone/>
              <a:defRPr sz="700">
                <a:solidFill>
                  <a:schemeClr val="lt1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four column">
  <p:cSld name="CUSTOM_4_5_6">
    <p:spTree>
      <p:nvGrpSpPr>
        <p:cNvPr id="1" name="Shape 1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2" name="Google Shape;1842;p19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843" name="Google Shape;1843;p197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844" name="Google Shape;1844;p19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5" name="Google Shape;1845;p19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46" name="Google Shape;1846;p19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47" name="Google Shape;1847;p197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48" name="Google Shape;1848;p197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49" name="Google Shape;1849;p197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1850" name="Google Shape;1850;p197"/>
          <p:cNvCxnSpPr/>
          <p:nvPr/>
        </p:nvCxnSpPr>
        <p:spPr>
          <a:xfrm>
            <a:off x="2562438" y="2758500"/>
            <a:ext cx="0" cy="114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851" name="Google Shape;1851;p197"/>
          <p:cNvCxnSpPr/>
          <p:nvPr/>
        </p:nvCxnSpPr>
        <p:spPr>
          <a:xfrm>
            <a:off x="4572075" y="2758500"/>
            <a:ext cx="0" cy="114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1852" name="Google Shape;1852;p197"/>
          <p:cNvCxnSpPr/>
          <p:nvPr/>
        </p:nvCxnSpPr>
        <p:spPr>
          <a:xfrm>
            <a:off x="6581713" y="2758500"/>
            <a:ext cx="0" cy="114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853" name="Google Shape;1853;p197"/>
          <p:cNvSpPr txBox="1">
            <a:spLocks noGrp="1"/>
          </p:cNvSpPr>
          <p:nvPr>
            <p:ph type="subTitle" idx="4"/>
          </p:nvPr>
        </p:nvSpPr>
        <p:spPr>
          <a:xfrm>
            <a:off x="663806" y="3044625"/>
            <a:ext cx="1787700" cy="79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854" name="Google Shape;1854;p197"/>
          <p:cNvSpPr txBox="1">
            <a:spLocks noGrp="1"/>
          </p:cNvSpPr>
          <p:nvPr>
            <p:ph type="subTitle" idx="5"/>
          </p:nvPr>
        </p:nvSpPr>
        <p:spPr>
          <a:xfrm>
            <a:off x="663788" y="2718263"/>
            <a:ext cx="1787700" cy="28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855" name="Google Shape;1855;p197"/>
          <p:cNvSpPr txBox="1">
            <a:spLocks noGrp="1"/>
          </p:cNvSpPr>
          <p:nvPr>
            <p:ph type="subTitle" idx="6"/>
          </p:nvPr>
        </p:nvSpPr>
        <p:spPr>
          <a:xfrm>
            <a:off x="6692719" y="3044625"/>
            <a:ext cx="1787700" cy="79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856" name="Google Shape;1856;p197"/>
          <p:cNvSpPr txBox="1">
            <a:spLocks noGrp="1"/>
          </p:cNvSpPr>
          <p:nvPr>
            <p:ph type="subTitle" idx="7"/>
          </p:nvPr>
        </p:nvSpPr>
        <p:spPr>
          <a:xfrm>
            <a:off x="6692700" y="2718263"/>
            <a:ext cx="1787700" cy="28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857" name="Google Shape;1857;p197"/>
          <p:cNvSpPr txBox="1">
            <a:spLocks noGrp="1"/>
          </p:cNvSpPr>
          <p:nvPr>
            <p:ph type="subTitle" idx="8"/>
          </p:nvPr>
        </p:nvSpPr>
        <p:spPr>
          <a:xfrm>
            <a:off x="4683081" y="3044625"/>
            <a:ext cx="1787700" cy="79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858" name="Google Shape;1858;p197"/>
          <p:cNvSpPr txBox="1">
            <a:spLocks noGrp="1"/>
          </p:cNvSpPr>
          <p:nvPr>
            <p:ph type="subTitle" idx="9"/>
          </p:nvPr>
        </p:nvSpPr>
        <p:spPr>
          <a:xfrm>
            <a:off x="4683063" y="2718263"/>
            <a:ext cx="1787700" cy="28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859" name="Google Shape;1859;p197"/>
          <p:cNvSpPr txBox="1">
            <a:spLocks noGrp="1"/>
          </p:cNvSpPr>
          <p:nvPr>
            <p:ph type="subTitle" idx="13"/>
          </p:nvPr>
        </p:nvSpPr>
        <p:spPr>
          <a:xfrm>
            <a:off x="2673444" y="3044625"/>
            <a:ext cx="1787700" cy="79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1860" name="Google Shape;1860;p197"/>
          <p:cNvSpPr txBox="1">
            <a:spLocks noGrp="1"/>
          </p:cNvSpPr>
          <p:nvPr>
            <p:ph type="subTitle" idx="14"/>
          </p:nvPr>
        </p:nvSpPr>
        <p:spPr>
          <a:xfrm>
            <a:off x="2673425" y="2718263"/>
            <a:ext cx="1787700" cy="28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861" name="Google Shape;1861;p197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Q3CY2020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7">
  <p:cSld name="CUSTOM_4_99">
    <p:spTree>
      <p:nvGrpSpPr>
        <p:cNvPr id="1" name="Shape 1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" name="Google Shape;1863;p19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864" name="Google Shape;1864;p198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865" name="Google Shape;1865;p19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66" name="Google Shape;1866;p19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7" name="Google Shape;1867;p19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68" name="Google Shape;1868;p19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69" name="Google Shape;1869;p198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70" name="Google Shape;1870;p198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71" name="Google Shape;1871;p198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Q3CY2020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ck closing 1">
  <p:cSld name="TITLE_1_1_1">
    <p:bg>
      <p:bgPr>
        <a:solidFill>
          <a:srgbClr val="FFFFFF"/>
        </a:solidFill>
        <a:effectLst/>
      </p:bgPr>
    </p:bg>
    <p:spTree>
      <p:nvGrpSpPr>
        <p:cNvPr id="1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73" name="Google Shape;1873;p19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4" name="Google Shape;1874;p19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75" name="Google Shape;1875;p19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6" name="Google Shape;1876;p19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7" name="Google Shape;1877;p19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Red Hat Display"/>
              <a:buNone/>
              <a:defRPr sz="700"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Red Hat Display"/>
              <a:buNone/>
              <a:defRPr sz="700"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Red Hat Display"/>
              <a:buNone/>
              <a:defRPr sz="700"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Red Hat Display"/>
              <a:buNone/>
              <a:defRPr sz="700"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Red Hat Display"/>
              <a:buNone/>
              <a:defRPr sz="700"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Red Hat Display"/>
              <a:buNone/>
              <a:defRPr sz="700"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Red Hat Display"/>
              <a:buNone/>
              <a:defRPr sz="700"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Red Hat Display"/>
              <a:buNone/>
              <a:defRPr sz="700"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Red Hat Display"/>
              <a:buNone/>
              <a:defRPr sz="700"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1878" name="Google Shape;1878;p199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Q3CY2020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9">
  <p:cSld name="CUSTOM_4_26_10">
    <p:spTree>
      <p:nvGrpSpPr>
        <p:cNvPr id="1" name="Shape 1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0" name="Google Shape;1880;p200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881" name="Google Shape;1881;p20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2" name="Google Shape;1882;p20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883" name="Google Shape;1883;p20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84" name="Google Shape;1884;p20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85" name="Google Shape;1885;p200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86" name="Google Shape;1886;p200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887" name="Google Shape;1887;p200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888" name="Google Shape;1888;p200"/>
          <p:cNvSpPr/>
          <p:nvPr/>
        </p:nvSpPr>
        <p:spPr>
          <a:xfrm>
            <a:off x="7911550" y="278300"/>
            <a:ext cx="904500" cy="3039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9" name="Google Shape;1889;p200"/>
          <p:cNvSpPr/>
          <p:nvPr/>
        </p:nvSpPr>
        <p:spPr>
          <a:xfrm>
            <a:off x="7059350" y="4707875"/>
            <a:ext cx="974100" cy="2583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0" name="Google Shape;1890;p200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Q3CY2020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7">
  <p:cSld name="CUSTOM_4_100">
    <p:spTree>
      <p:nvGrpSpPr>
        <p:cNvPr id="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201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cxnSp>
        <p:nvCxnSpPr>
          <p:cNvPr id="1893" name="Google Shape;1893;p20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4" name="Google Shape;1894;p20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895" name="Google Shape;1895;p20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6" name="Google Shape;1896;p20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97" name="Google Shape;1897;p20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898" name="Google Shape;1898;p201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1899" name="Google Shape;1899;p201"/>
          <p:cNvSpPr txBox="1"/>
          <p:nvPr/>
        </p:nvSpPr>
        <p:spPr>
          <a:xfrm>
            <a:off x="791400" y="1556975"/>
            <a:ext cx="7655700" cy="29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1900" name="Google Shape;1900;p201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next in OpenShift Q3CY2020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8">
  <p:cSld name="CUSTOM_4_101">
    <p:spTree>
      <p:nvGrpSpPr>
        <p:cNvPr id="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p202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1903" name="Google Shape;1903;p20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04" name="Google Shape;1904;p20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05" name="Google Shape;1905;p20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06" name="Google Shape;1906;p202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907" name="Google Shape;1907;p202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08" name="Google Shape;1908;p202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1909" name="Google Shape;1909;p202"/>
          <p:cNvSpPr txBox="1">
            <a:spLocks noGrp="1"/>
          </p:cNvSpPr>
          <p:nvPr>
            <p:ph type="subTitle" idx="3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10 1">
  <p:cSld name="CUSTOM_4_2_6_4">
    <p:spTree>
      <p:nvGrpSpPr>
        <p:cNvPr id="1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1" name="Google Shape;1911;p20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2" name="Google Shape;1912;p203"/>
          <p:cNvSpPr txBox="1">
            <a:spLocks noGrp="1"/>
          </p:cNvSpPr>
          <p:nvPr>
            <p:ph type="subTitle" idx="1"/>
          </p:nvPr>
        </p:nvSpPr>
        <p:spPr>
          <a:xfrm>
            <a:off x="335831" y="41588"/>
            <a:ext cx="84294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1800"/>
              <a:buFont typeface="Overpass SemiBold"/>
              <a:buNone/>
              <a:defRPr sz="18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913" name="Google Shape;1913;p20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4" name="Google Shape;1914;p20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15" name="Google Shape;1915;p20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8 1 1">
  <p:cSld name="CUSTOM_4_5_1_1">
    <p:spTree>
      <p:nvGrpSpPr>
        <p:cNvPr id="1" name="Shape 1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7" name="Google Shape;1917;p20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918" name="Google Shape;1918;p20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19" name="Google Shape;1919;p20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920" name="Google Shape;1920;p20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21" name="Google Shape;1921;p20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22" name="Google Shape;1922;p204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52" cy="171082"/>
          </a:xfrm>
          <a:prstGeom prst="rect">
            <a:avLst/>
          </a:prstGeom>
          <a:noFill/>
          <a:ln>
            <a:noFill/>
          </a:ln>
        </p:spPr>
      </p:pic>
      <p:sp>
        <p:nvSpPr>
          <p:cNvPr id="1923" name="Google Shape;1923;p204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p20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400"/>
            </a:lvl1pPr>
            <a:lvl2pPr lvl="1" rtl="0">
              <a:buNone/>
              <a:defRPr sz="1400"/>
            </a:lvl2pPr>
            <a:lvl3pPr lvl="2" rtl="0">
              <a:buNone/>
              <a:defRPr sz="1400"/>
            </a:lvl3pPr>
            <a:lvl4pPr lvl="3" rtl="0">
              <a:buNone/>
              <a:defRPr sz="1400"/>
            </a:lvl4pPr>
            <a:lvl5pPr lvl="4" rtl="0">
              <a:buNone/>
              <a:defRPr sz="1400"/>
            </a:lvl5pPr>
            <a:lvl6pPr lvl="5" rtl="0">
              <a:buNone/>
              <a:defRPr sz="1400"/>
            </a:lvl6pPr>
            <a:lvl7pPr lvl="6" rtl="0">
              <a:buNone/>
              <a:defRPr sz="1400"/>
            </a:lvl7pPr>
            <a:lvl8pPr lvl="7" rtl="0">
              <a:buNone/>
              <a:defRPr sz="1400"/>
            </a:lvl8pPr>
            <a:lvl9pPr lvl="8" rtl="0">
              <a:buNone/>
              <a:defRPr sz="14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1 1">
  <p:cSld name="CUSTOM_4_24_1">
    <p:spTree>
      <p:nvGrpSpPr>
        <p:cNvPr id="1" name="Shape 1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7" name="Google Shape;1927;p20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1928" name="Google Shape;1928;p206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1929" name="Google Shape;1929;p20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0" name="Google Shape;1930;p20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1" name="Google Shape;1931;p20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32" name="Google Shape;1932;p206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933" name="Google Shape;1933;p206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934" name="Google Shape;1934;p206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8">
  <p:cSld name="CUSTOM_4_102">
    <p:spTree>
      <p:nvGrpSpPr>
        <p:cNvPr id="1" name="Shape 1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Google Shape;1936;p20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937" name="Google Shape;1937;p20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38" name="Google Shape;1938;p20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939" name="Google Shape;1939;p20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0" name="Google Shape;1940;p20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41" name="Google Shape;1941;p207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942" name="Google Shape;1942;p207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6 6">
  <p:cSld name="CUSTOM_4_7_5">
    <p:spTree>
      <p:nvGrpSpPr>
        <p:cNvPr id="1" name="Shape 1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4" name="Google Shape;1944;p20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945" name="Google Shape;1945;p20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6" name="Google Shape;1946;p20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47" name="Google Shape;1947;p20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48" name="Google Shape;1948;p20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949" name="Google Shape;1949;p208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 10">
  <p:cSld name="CUSTOM_4_4_10">
    <p:spTree>
      <p:nvGrpSpPr>
        <p:cNvPr id="1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20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952" name="Google Shape;1952;p20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53" name="Google Shape;1953;p20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54" name="Google Shape;1954;p20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55" name="Google Shape;1955;p20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956" name="Google Shape;1956;p209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5 2">
  <p:cSld name="CUSTOM_4_6_2">
    <p:spTree>
      <p:nvGrpSpPr>
        <p:cNvPr id="1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210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959" name="Google Shape;1959;p21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0" name="Google Shape;1960;p21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1" name="Google Shape;1961;p21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62" name="Google Shape;1962;p210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963" name="Google Shape;1963;p210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5 1 1">
  <p:cSld name="CUSTOM_4_31_3">
    <p:spTree>
      <p:nvGrpSpPr>
        <p:cNvPr id="1" name="Shape 1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5" name="Google Shape;1965;p211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966" name="Google Shape;1966;p21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7" name="Google Shape;1967;p21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9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968" name="Google Shape;1968;p21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69" name="Google Shape;1969;p21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0" name="Google Shape;1970;p211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">
  <p:cSld name="Custom Title"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2" name="Google Shape;1972;p212"/>
          <p:cNvSpPr txBox="1">
            <a:spLocks noGrp="1"/>
          </p:cNvSpPr>
          <p:nvPr>
            <p:ph type="title"/>
          </p:nvPr>
        </p:nvSpPr>
        <p:spPr>
          <a:xfrm>
            <a:off x="228599" y="199673"/>
            <a:ext cx="8686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BM Plex Sans SemiBold"/>
              <a:buNone/>
              <a:defRPr sz="1800" b="1" i="0"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1973" name="Google Shape;1973;p212"/>
          <p:cNvSpPr/>
          <p:nvPr/>
        </p:nvSpPr>
        <p:spPr>
          <a:xfrm>
            <a:off x="168412" y="95491"/>
            <a:ext cx="8846700" cy="273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 1 1">
  <p:cSld name="CUSTOM_4_5_2_2">
    <p:spTree>
      <p:nvGrpSpPr>
        <p:cNvPr id="1" name="Shape 1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5" name="Google Shape;1975;p21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976" name="Google Shape;1976;p21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7" name="Google Shape;1977;p21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8" name="Google Shape;1978;p21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979" name="Google Shape;1979;p21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980" name="Google Shape;1980;p213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, graphics 2">
  <p:cSld name="CUSTOM_2_1_1_3">
    <p:spTree>
      <p:nvGrpSpPr>
        <p:cNvPr id="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p214"/>
          <p:cNvSpPr txBox="1">
            <a:spLocks noGrp="1"/>
          </p:cNvSpPr>
          <p:nvPr>
            <p:ph type="subTitle" idx="1"/>
          </p:nvPr>
        </p:nvSpPr>
        <p:spPr>
          <a:xfrm>
            <a:off x="826650" y="1533307"/>
            <a:ext cx="2208600" cy="579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 b="1"/>
            </a:lvl9pPr>
          </a:lstStyle>
          <a:p>
            <a:endParaRPr/>
          </a:p>
        </p:txBody>
      </p:sp>
      <p:sp>
        <p:nvSpPr>
          <p:cNvPr id="1983" name="Google Shape;1983;p214"/>
          <p:cNvSpPr txBox="1">
            <a:spLocks noGrp="1"/>
          </p:cNvSpPr>
          <p:nvPr>
            <p:ph type="subTitle" idx="2"/>
          </p:nvPr>
        </p:nvSpPr>
        <p:spPr>
          <a:xfrm>
            <a:off x="3467638" y="1533307"/>
            <a:ext cx="2208600" cy="579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 b="1"/>
            </a:lvl9pPr>
          </a:lstStyle>
          <a:p>
            <a:endParaRPr/>
          </a:p>
        </p:txBody>
      </p:sp>
      <p:sp>
        <p:nvSpPr>
          <p:cNvPr id="1984" name="Google Shape;1984;p214"/>
          <p:cNvSpPr txBox="1">
            <a:spLocks noGrp="1"/>
          </p:cNvSpPr>
          <p:nvPr>
            <p:ph type="body" idx="3"/>
          </p:nvPr>
        </p:nvSpPr>
        <p:spPr>
          <a:xfrm>
            <a:off x="3467638" y="3110231"/>
            <a:ext cx="2208600" cy="12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▸"/>
              <a:defRPr sz="1200"/>
            </a:lvl1pPr>
            <a:lvl2pPr marL="914400" lvl="1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2pPr>
            <a:lvl3pPr marL="1371600" lvl="2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3pPr>
            <a:lvl4pPr marL="1828800" lvl="3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4pPr>
            <a:lvl5pPr marL="2286000" lvl="4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5pPr>
            <a:lvl6pPr marL="2743200" lvl="5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6pPr>
            <a:lvl7pPr marL="3200400" lvl="6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7pPr>
            <a:lvl8pPr marL="3657600" lvl="7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8pPr>
            <a:lvl9pPr marL="4114800" lvl="8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9pPr>
          </a:lstStyle>
          <a:p>
            <a:endParaRPr/>
          </a:p>
        </p:txBody>
      </p:sp>
      <p:sp>
        <p:nvSpPr>
          <p:cNvPr id="1985" name="Google Shape;1985;p214"/>
          <p:cNvSpPr txBox="1">
            <a:spLocks noGrp="1"/>
          </p:cNvSpPr>
          <p:nvPr>
            <p:ph type="subTitle" idx="4"/>
          </p:nvPr>
        </p:nvSpPr>
        <p:spPr>
          <a:xfrm>
            <a:off x="6108738" y="1533307"/>
            <a:ext cx="2208600" cy="579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/>
            </a:lvl1pPr>
            <a:lvl2pPr lvl="1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5pPr>
            <a:lvl6pPr lvl="5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6pPr>
            <a:lvl7pPr lvl="6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7pPr>
            <a:lvl8pPr lvl="7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 b="1"/>
            </a:lvl8pPr>
            <a:lvl9pPr lvl="8" algn="ctr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 b="1"/>
            </a:lvl9pPr>
          </a:lstStyle>
          <a:p>
            <a:endParaRPr/>
          </a:p>
        </p:txBody>
      </p:sp>
      <p:sp>
        <p:nvSpPr>
          <p:cNvPr id="1986" name="Google Shape;1986;p214"/>
          <p:cNvSpPr txBox="1">
            <a:spLocks noGrp="1"/>
          </p:cNvSpPr>
          <p:nvPr>
            <p:ph type="body" idx="5"/>
          </p:nvPr>
        </p:nvSpPr>
        <p:spPr>
          <a:xfrm>
            <a:off x="6108738" y="3110231"/>
            <a:ext cx="2208600" cy="1217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▸"/>
              <a:defRPr sz="1200"/>
            </a:lvl1pPr>
            <a:lvl2pPr marL="914400" lvl="1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2pPr>
            <a:lvl3pPr marL="1371600" lvl="2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3pPr>
            <a:lvl4pPr marL="1828800" lvl="3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4pPr>
            <a:lvl5pPr marL="2286000" lvl="4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5pPr>
            <a:lvl6pPr marL="2743200" lvl="5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6pPr>
            <a:lvl7pPr marL="3200400" lvl="6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7pPr>
            <a:lvl8pPr marL="3657600" lvl="7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8pPr>
            <a:lvl9pPr marL="4114800" lvl="8" indent="-304800" algn="ctr" rtl="0">
              <a:spcBef>
                <a:spcPts val="0"/>
              </a:spcBef>
              <a:spcAft>
                <a:spcPts val="0"/>
              </a:spcAft>
              <a:buSzPts val="1200"/>
              <a:buChar char="･"/>
              <a:defRPr sz="1200"/>
            </a:lvl9pPr>
          </a:lstStyle>
          <a:p>
            <a:endParaRPr/>
          </a:p>
        </p:txBody>
      </p:sp>
      <p:sp>
        <p:nvSpPr>
          <p:cNvPr id="1987" name="Google Shape;1987;p214"/>
          <p:cNvSpPr txBox="1">
            <a:spLocks noGrp="1"/>
          </p:cNvSpPr>
          <p:nvPr>
            <p:ph type="title"/>
          </p:nvPr>
        </p:nvSpPr>
        <p:spPr>
          <a:xfrm>
            <a:off x="826650" y="0"/>
            <a:ext cx="7490700" cy="106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verpass"/>
              <a:buNone/>
              <a:defRPr b="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verpass"/>
              <a:buNone/>
              <a:defRPr b="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verpass"/>
              <a:buNone/>
              <a:defRPr b="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verpass"/>
              <a:buNone/>
              <a:defRPr b="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verpass"/>
              <a:buNone/>
              <a:defRPr b="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verpass"/>
              <a:buNone/>
              <a:defRPr b="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verpass"/>
              <a:buNone/>
              <a:defRPr b="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Overpass"/>
              <a:buNone/>
              <a:defRPr b="0">
                <a:solidFill>
                  <a:schemeClr val="dk1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sp>
        <p:nvSpPr>
          <p:cNvPr id="1988" name="Google Shape;1988;p214"/>
          <p:cNvSpPr txBox="1">
            <a:spLocks noGrp="1"/>
          </p:cNvSpPr>
          <p:nvPr>
            <p:ph type="subTitle" idx="6"/>
          </p:nvPr>
        </p:nvSpPr>
        <p:spPr>
          <a:xfrm>
            <a:off x="826650" y="929775"/>
            <a:ext cx="7490700" cy="32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89" name="Google Shape;1989;p214"/>
          <p:cNvSpPr txBox="1"/>
          <p:nvPr/>
        </p:nvSpPr>
        <p:spPr>
          <a:xfrm>
            <a:off x="3268500" y="4786788"/>
            <a:ext cx="2607000" cy="3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666666"/>
                </a:solidFill>
                <a:latin typeface="Overpass"/>
                <a:ea typeface="Overpass"/>
                <a:cs typeface="Overpass"/>
                <a:sym typeface="Overpass"/>
              </a:rPr>
              <a:t>GENERAL DISTRIBUTION</a:t>
            </a:r>
            <a:endParaRPr sz="700">
              <a:solidFill>
                <a:srgbClr val="666666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  <p:cxnSp>
        <p:nvCxnSpPr>
          <p:cNvPr id="1990" name="Google Shape;1990;p21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91" name="Google Shape;1991;p21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92" name="Google Shape;1992;p214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1993" name="Google Shape;1993;p21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 2 1">
  <p:cSld name="CUSTOM_4_3_2_2">
    <p:spTree>
      <p:nvGrpSpPr>
        <p:cNvPr id="1" name="Shape 1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5" name="Google Shape;1995;p215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1996" name="Google Shape;1996;p21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7" name="Google Shape;1997;p21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1998" name="Google Shape;1998;p21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9" name="Google Shape;1999;p21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0" name="Google Shape;2000;p215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01" name="Google Shape;2001;p215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2002" name="Google Shape;2002;p215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4.3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7 1">
  <p:cSld name="CUSTOM_4_77_1"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216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005" name="Google Shape;2005;p21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6" name="Google Shape;2006;p21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07" name="Google Shape;2007;p21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08" name="Google Shape;2008;p216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09" name="Google Shape;2009;p216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4 1">
  <p:cSld name="CUSTOM_4_74">
    <p:spTree>
      <p:nvGrpSpPr>
        <p:cNvPr id="1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21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012" name="Google Shape;2012;p21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3" name="Google Shape;2013;p21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2014" name="Google Shape;2014;p21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15" name="Google Shape;2015;p21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16" name="Google Shape;2016;p217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17" name="Google Shape;2017;p217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2018" name="Google Shape;2018;p217"/>
          <p:cNvSpPr txBox="1"/>
          <p:nvPr/>
        </p:nvSpPr>
        <p:spPr>
          <a:xfrm>
            <a:off x="389725" y="150"/>
            <a:ext cx="87543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latin typeface="Overpass Light"/>
              <a:ea typeface="Overpass Light"/>
              <a:cs typeface="Overpass Light"/>
              <a:sym typeface="Overpas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What's new in OpenShift 4.5</a:t>
            </a:r>
            <a:endParaRPr sz="6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39">
  <p:cSld name="CUSTOM_4_92_1"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" name="Google Shape;2020;p218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021" name="Google Shape;2021;p21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2" name="Google Shape;2022;p21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2023" name="Google Shape;2023;p21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24" name="Google Shape;2024;p21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25" name="Google Shape;2025;p21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26" name="Google Shape;2026;p218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 1 2">
  <p:cSld name="CUSTOM_4_5_2_3">
    <p:spTree>
      <p:nvGrpSpPr>
        <p:cNvPr id="1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21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029" name="Google Shape;2029;p21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30" name="Google Shape;2030;p21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1" name="Google Shape;2031;p21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32" name="Google Shape;2032;p21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33" name="Google Shape;2033;p219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7 3">
  <p:cSld name="CUSTOM_4_30_2">
    <p:spTree>
      <p:nvGrpSpPr>
        <p:cNvPr id="1" name="Shape 2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" name="Google Shape;2035;p220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036" name="Google Shape;2036;p22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7" name="Google Shape;2037;p22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2038" name="Google Shape;2038;p22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9" name="Google Shape;2039;p22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40" name="Google Shape;2040;p220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41" name="Google Shape;2041;p220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white">
  <p:cSld name="CUSTOM_2_1_1_4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221"/>
          <p:cNvSpPr txBox="1">
            <a:spLocks noGrp="1"/>
          </p:cNvSpPr>
          <p:nvPr>
            <p:ph type="title"/>
          </p:nvPr>
        </p:nvSpPr>
        <p:spPr>
          <a:xfrm>
            <a:off x="335831" y="813421"/>
            <a:ext cx="5118600" cy="1578900"/>
          </a:xfrm>
          <a:prstGeom prst="rect">
            <a:avLst/>
          </a:prstGeom>
        </p:spPr>
        <p:txBody>
          <a:bodyPr spcFirstLastPara="1" wrap="square" lIns="329175" tIns="68575" rIns="68575" bIns="6857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4500" b="1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defRPr>
            </a:lvl9pPr>
          </a:lstStyle>
          <a:p>
            <a:endParaRPr/>
          </a:p>
        </p:txBody>
      </p:sp>
      <p:cxnSp>
        <p:nvCxnSpPr>
          <p:cNvPr id="2044" name="Google Shape;2044;p22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5" name="Google Shape;2045;p22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46" name="Google Shape;2046;p22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47" name="Google Shape;2047;p22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verpass SemiBold"/>
              <a:buNone/>
              <a:defRPr sz="7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verpass SemiBold"/>
              <a:buNone/>
              <a:defRPr sz="7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verpass SemiBold"/>
              <a:buNone/>
              <a:defRPr sz="7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verpass SemiBold"/>
              <a:buNone/>
              <a:defRPr sz="7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verpass SemiBold"/>
              <a:buNone/>
              <a:defRPr sz="7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verpass SemiBold"/>
              <a:buNone/>
              <a:defRPr sz="7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verpass SemiBold"/>
              <a:buNone/>
              <a:defRPr sz="7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verpass SemiBold"/>
              <a:buNone/>
              <a:defRPr sz="7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Font typeface="Overpass SemiBold"/>
              <a:buNone/>
              <a:defRPr sz="7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sp>
        <p:nvSpPr>
          <p:cNvPr id="2048" name="Google Shape;2048;p221"/>
          <p:cNvSpPr txBox="1">
            <a:spLocks noGrp="1"/>
          </p:cNvSpPr>
          <p:nvPr>
            <p:ph type="subTitle" idx="2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rgbClr val="EBEBEB"/>
                </a:solidFill>
              </a:defRPr>
            </a:lvl9pPr>
          </a:lstStyle>
          <a:p>
            <a:endParaRPr/>
          </a:p>
        </p:txBody>
      </p:sp>
      <p:pic>
        <p:nvPicPr>
          <p:cNvPr id="2049" name="Google Shape;2049;p221"/>
          <p:cNvPicPr preferRelativeResize="0"/>
          <p:nvPr/>
        </p:nvPicPr>
        <p:blipFill rotWithShape="1">
          <a:blip r:embed="rId3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50" name="Google Shape;2050;p221"/>
          <p:cNvSpPr txBox="1">
            <a:spLocks noGrp="1"/>
          </p:cNvSpPr>
          <p:nvPr>
            <p:ph type="subTitle" idx="3"/>
          </p:nvPr>
        </p:nvSpPr>
        <p:spPr>
          <a:xfrm>
            <a:off x="6938588" y="1307790"/>
            <a:ext cx="1593300" cy="248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2pPr>
            <a:lvl3pPr lvl="2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3pPr>
            <a:lvl4pPr lvl="3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4pPr>
            <a:lvl5pPr lvl="4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5pPr>
            <a:lvl6pPr lvl="5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6pPr>
            <a:lvl7pPr lvl="6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7pPr>
            <a:lvl8pPr lvl="7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8pPr>
            <a:lvl9pPr lvl="8" rtl="0">
              <a:lnSpc>
                <a:spcPct val="174000"/>
              </a:lnSpc>
              <a:spcBef>
                <a:spcPts val="0"/>
              </a:spcBef>
              <a:spcAft>
                <a:spcPts val="0"/>
              </a:spcAft>
              <a:buNone/>
              <a:defRPr sz="1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1 5 1">
  <p:cSld name="CUSTOM_4_2_5">
    <p:spTree>
      <p:nvGrpSpPr>
        <p:cNvPr id="1" name="Shape 2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Google Shape;2052;p222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053" name="Google Shape;2053;p22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54" name="Google Shape;2054;p22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55" name="Google Shape;2055;p22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56" name="Google Shape;2056;p222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57" name="Google Shape;2057;p222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 1 3">
  <p:cSld name="CUSTOM_4_5_2_4">
    <p:spTree>
      <p:nvGrpSpPr>
        <p:cNvPr id="1" name="Shape 2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9" name="Google Shape;2059;p22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060" name="Google Shape;2060;p22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1" name="Google Shape;2061;p22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2" name="Google Shape;2062;p22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3" name="Google Shape;2063;p22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64" name="Google Shape;2064;p223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large text alt1 2">
  <p:cSld name="CUSTOM_4_2_2_4">
    <p:spTree>
      <p:nvGrpSpPr>
        <p:cNvPr id="1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66" name="Google Shape;2066;p22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7" name="Google Shape;2067;p22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68" name="Google Shape;2068;p22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69" name="Google Shape;2069;p224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070" name="Google Shape;2070;p224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71" name="Google Shape;2071;p224"/>
          <p:cNvSpPr txBox="1">
            <a:spLocks noGrp="1"/>
          </p:cNvSpPr>
          <p:nvPr>
            <p:ph type="subTitle" idx="2"/>
          </p:nvPr>
        </p:nvSpPr>
        <p:spPr>
          <a:xfrm>
            <a:off x="1565888" y="1812319"/>
            <a:ext cx="6033600" cy="97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400"/>
              </a:spcBef>
              <a:spcAft>
                <a:spcPts val="400"/>
              </a:spcAft>
              <a:buNone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72" name="Google Shape;2072;p224"/>
          <p:cNvSpPr txBox="1">
            <a:spLocks noGrp="1"/>
          </p:cNvSpPr>
          <p:nvPr>
            <p:ph type="subTitle" idx="3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2073" name="Google Shape;2073;p224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074" name="Google Shape;2074;p224"/>
          <p:cNvSpPr txBox="1">
            <a:spLocks noGrp="1"/>
          </p:cNvSpPr>
          <p:nvPr>
            <p:ph type="subTitle" idx="4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, subhead, and body 5">
  <p:cSld name="CUSTOM_4_17_8">
    <p:spTree>
      <p:nvGrpSpPr>
        <p:cNvPr id="1" name="Shape 2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6" name="Google Shape;2076;p22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077" name="Google Shape;2077;p225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078" name="Google Shape;2078;p22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9" name="Google Shape;2079;p22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80" name="Google Shape;2080;p22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1" name="Google Shape;2081;p225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82" name="Google Shape;2082;p225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83" name="Google Shape;2083;p225"/>
          <p:cNvSpPr txBox="1">
            <a:spLocks noGrp="1"/>
          </p:cNvSpPr>
          <p:nvPr>
            <p:ph type="body" idx="4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1100"/>
              <a:buChar char="▸"/>
              <a:defRPr sz="1100"/>
            </a:lvl1pPr>
            <a:lvl2pPr marL="914400" lvl="1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2pPr>
            <a:lvl3pPr marL="1371600" lvl="2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3pPr>
            <a:lvl4pPr marL="1828800" lvl="3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4pPr>
            <a:lvl5pPr marL="2286000" lvl="4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5pPr>
            <a:lvl6pPr marL="2743200" lvl="5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6pPr>
            <a:lvl7pPr marL="3200400" lvl="6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7pPr>
            <a:lvl8pPr marL="3657600" lvl="7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8pPr>
            <a:lvl9pPr marL="4114800" lvl="8" indent="-285750" rtl="0">
              <a:lnSpc>
                <a:spcPct val="140000"/>
              </a:lnSpc>
              <a:spcBef>
                <a:spcPts val="800"/>
              </a:spcBef>
              <a:spcAft>
                <a:spcPts val="800"/>
              </a:spcAft>
              <a:buSzPts val="900"/>
              <a:buChar char="･"/>
              <a:defRPr sz="900"/>
            </a:lvl9pPr>
          </a:lstStyle>
          <a:p>
            <a:endParaRPr/>
          </a:p>
        </p:txBody>
      </p:sp>
      <p:pic>
        <p:nvPicPr>
          <p:cNvPr id="2084" name="Google Shape;2084;p2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56" y="4734938"/>
            <a:ext cx="824792" cy="2803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eme 2 closing">
  <p:cSld name="TITLE_1_1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6" name="Google Shape;2086;p226"/>
          <p:cNvSpPr/>
          <p:nvPr/>
        </p:nvSpPr>
        <p:spPr>
          <a:xfrm>
            <a:off x="7212881" y="4409156"/>
            <a:ext cx="1931100" cy="734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7" name="Google Shape;2087;p226"/>
          <p:cNvSpPr txBox="1">
            <a:spLocks noGrp="1"/>
          </p:cNvSpPr>
          <p:nvPr>
            <p:ph type="subTitle" idx="1"/>
          </p:nvPr>
        </p:nvSpPr>
        <p:spPr>
          <a:xfrm>
            <a:off x="1562794" y="2256319"/>
            <a:ext cx="3109800" cy="11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88" name="Google Shape;2088;p226"/>
          <p:cNvSpPr txBox="1">
            <a:spLocks noGrp="1"/>
          </p:cNvSpPr>
          <p:nvPr>
            <p:ph type="title"/>
          </p:nvPr>
        </p:nvSpPr>
        <p:spPr>
          <a:xfrm>
            <a:off x="1562906" y="426469"/>
            <a:ext cx="3678900" cy="1489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2pPr>
            <a:lvl3pPr lvl="2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3pPr>
            <a:lvl4pPr lvl="3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4pPr>
            <a:lvl5pPr lvl="4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5pPr>
            <a:lvl6pPr lvl="5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6pPr>
            <a:lvl7pPr lvl="6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7pPr>
            <a:lvl8pPr lvl="7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8pPr>
            <a:lvl9pPr lvl="8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53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089" name="Google Shape;2089;p2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80138" y="4652989"/>
            <a:ext cx="1185206" cy="2795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0" name="Google Shape;2090;p226"/>
          <p:cNvSpPr txBox="1"/>
          <p:nvPr/>
        </p:nvSpPr>
        <p:spPr>
          <a:xfrm>
            <a:off x="5970354" y="1499869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linkedin.com/company/red-hat</a:t>
            </a:r>
            <a:endParaRPr sz="11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091" name="Google Shape;2091;p226"/>
          <p:cNvSpPr txBox="1"/>
          <p:nvPr/>
        </p:nvSpPr>
        <p:spPr>
          <a:xfrm>
            <a:off x="5970354" y="2075906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youtube.com/user/RedHatVideos</a:t>
            </a:r>
            <a:endParaRPr sz="11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092" name="Google Shape;2092;p226"/>
          <p:cNvSpPr txBox="1"/>
          <p:nvPr/>
        </p:nvSpPr>
        <p:spPr>
          <a:xfrm>
            <a:off x="5970354" y="2651944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facebook.com/redhatinc</a:t>
            </a:r>
            <a:endParaRPr sz="11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093" name="Google Shape;2093;p226"/>
          <p:cNvSpPr txBox="1"/>
          <p:nvPr/>
        </p:nvSpPr>
        <p:spPr>
          <a:xfrm>
            <a:off x="5970354" y="3227981"/>
            <a:ext cx="2245200" cy="3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Red Hat Text"/>
                <a:ea typeface="Red Hat Text"/>
                <a:cs typeface="Red Hat Text"/>
                <a:sym typeface="Red Hat Text"/>
              </a:rPr>
              <a:t>twitter.com/RedHat</a:t>
            </a:r>
            <a:endParaRPr sz="1100">
              <a:solidFill>
                <a:schemeClr val="lt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cxnSp>
        <p:nvCxnSpPr>
          <p:cNvPr id="2094" name="Google Shape;2094;p226"/>
          <p:cNvCxnSpPr/>
          <p:nvPr/>
        </p:nvCxnSpPr>
        <p:spPr>
          <a:xfrm rot="10800000">
            <a:off x="335831" y="-37"/>
            <a:ext cx="0" cy="17121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5" name="Google Shape;2095;p22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96" name="Google Shape;2096;p22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097" name="Google Shape;2097;p2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2003" y="2651988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8" name="Google Shape;2098;p22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592003" y="2075932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9" name="Google Shape;2099;p22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592003" y="1499876"/>
            <a:ext cx="341963" cy="341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0" name="Google Shape;2100;p22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92003" y="3228044"/>
            <a:ext cx="341963" cy="3419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0">
  <p:cSld name="CUSTOM_4_90_1">
    <p:spTree>
      <p:nvGrpSpPr>
        <p:cNvPr id="1" name="Shape 2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Google Shape;2102;p227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103" name="Google Shape;2103;p22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4" name="Google Shape;2104;p22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05" name="Google Shape;2105;p22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06" name="Google Shape;2106;p227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107" name="Google Shape;2107;p227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4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  <p:sp>
        <p:nvSpPr>
          <p:cNvPr id="2108" name="Google Shape;2108;p227"/>
          <p:cNvSpPr txBox="1"/>
          <p:nvPr/>
        </p:nvSpPr>
        <p:spPr>
          <a:xfrm>
            <a:off x="7101150" y="50531"/>
            <a:ext cx="1548000" cy="6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EE0000"/>
                </a:solidFill>
                <a:latin typeface="Overpass Light"/>
                <a:ea typeface="Overpass Light"/>
                <a:cs typeface="Overpass Light"/>
                <a:sym typeface="Overpass Light"/>
              </a:rPr>
              <a:t>Red Hat | IBM confidential</a:t>
            </a:r>
            <a:endParaRPr sz="700">
              <a:solidFill>
                <a:srgbClr val="EE0000"/>
              </a:solidFill>
              <a:latin typeface="Overpass Light"/>
              <a:ea typeface="Overpass Light"/>
              <a:cs typeface="Overpass Light"/>
              <a:sym typeface="Overpass Light"/>
            </a:endParaRPr>
          </a:p>
        </p:txBody>
      </p:sp>
      <p:sp>
        <p:nvSpPr>
          <p:cNvPr id="2109" name="Google Shape;2109;p227"/>
          <p:cNvSpPr txBox="1"/>
          <p:nvPr/>
        </p:nvSpPr>
        <p:spPr>
          <a:xfrm>
            <a:off x="392981" y="41580"/>
            <a:ext cx="3861600" cy="61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EE0000"/>
                </a:solidFill>
                <a:latin typeface="Overpass"/>
                <a:ea typeface="Overpass"/>
                <a:cs typeface="Overpass"/>
                <a:sym typeface="Overpass"/>
              </a:rPr>
              <a:t>Red Hat Marketplace</a:t>
            </a:r>
            <a:endParaRPr sz="700">
              <a:solidFill>
                <a:srgbClr val="EE0000"/>
              </a:solidFill>
              <a:latin typeface="Overpass"/>
              <a:ea typeface="Overpass"/>
              <a:cs typeface="Overpass"/>
              <a:sym typeface="Overpass"/>
            </a:endParaRPr>
          </a:p>
        </p:txBody>
      </p:sp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4">
  <p:cSld name="TITLE_4">
    <p:spTree>
      <p:nvGrpSpPr>
        <p:cNvPr id="1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p228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12" name="Google Shape;2112;p228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113" name="Google Shape;2113;p2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buNone/>
              <a:defRPr sz="1100"/>
            </a:lvl1pPr>
            <a:lvl2pPr lvl="1" rtl="0">
              <a:buNone/>
              <a:defRPr sz="1100"/>
            </a:lvl2pPr>
            <a:lvl3pPr lvl="2" rtl="0">
              <a:buNone/>
              <a:defRPr sz="1100"/>
            </a:lvl3pPr>
            <a:lvl4pPr lvl="3" rtl="0">
              <a:buNone/>
              <a:defRPr sz="1100"/>
            </a:lvl4pPr>
            <a:lvl5pPr lvl="4" rtl="0">
              <a:buNone/>
              <a:defRPr sz="1100"/>
            </a:lvl5pPr>
            <a:lvl6pPr lvl="5" rtl="0">
              <a:buNone/>
              <a:defRPr sz="1100"/>
            </a:lvl6pPr>
            <a:lvl7pPr lvl="6" rtl="0">
              <a:buNone/>
              <a:defRPr sz="1100"/>
            </a:lvl7pPr>
            <a:lvl8pPr lvl="7" rtl="0">
              <a:buNone/>
              <a:defRPr sz="1100"/>
            </a:lvl8pPr>
            <a:lvl9pPr lvl="8" rtl="0">
              <a:buNone/>
              <a:defRPr sz="11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 1 4">
  <p:cSld name="CUSTOM_4_5_2_5">
    <p:spTree>
      <p:nvGrpSpPr>
        <p:cNvPr id="1" name="Shape 2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5" name="Google Shape;2115;p229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116" name="Google Shape;2116;p22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7" name="Google Shape;2117;p22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18" name="Google Shape;2118;p22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19" name="Google Shape;2119;p22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120" name="Google Shape;2120;p229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1">
  <p:cSld name="CUSTOM_4_103">
    <p:spTree>
      <p:nvGrpSpPr>
        <p:cNvPr id="1" name="Shape 2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2" name="Google Shape;2122;p230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123" name="Google Shape;2123;p23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4" name="Google Shape;2124;p23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2125" name="Google Shape;2125;p23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26" name="Google Shape;2126;p23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27" name="Google Shape;2127;p230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128" name="Google Shape;2128;p230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9">
  <p:cSld name="CUSTOM_4_104">
    <p:spTree>
      <p:nvGrpSpPr>
        <p:cNvPr id="1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23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2131" name="Google Shape;2131;p23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2" name="Google Shape;2132;p23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33" name="Google Shape;2133;p23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34" name="Google Shape;2134;p23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135" name="Google Shape;2135;p231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36" name="Google Shape;2136;p231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137" name="Google Shape;2137;p231"/>
          <p:cNvSpPr txBox="1">
            <a:spLocks noGrp="1"/>
          </p:cNvSpPr>
          <p:nvPr>
            <p:ph type="subTitle" idx="3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2">
  <p:cSld name="CUSTOM_4_22_8">
    <p:spTree>
      <p:nvGrpSpPr>
        <p:cNvPr id="1" name="Shape 2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39" name="Google Shape;2139;p23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0" name="Google Shape;2140;p232"/>
          <p:cNvSpPr txBox="1">
            <a:spLocks noGrp="1"/>
          </p:cNvSpPr>
          <p:nvPr>
            <p:ph type="subTitle" idx="1"/>
          </p:nvPr>
        </p:nvSpPr>
        <p:spPr>
          <a:xfrm>
            <a:off x="335825" y="196453"/>
            <a:ext cx="3861600" cy="3027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Red Hat Display Medium"/>
              <a:buNone/>
              <a:defRPr sz="700">
                <a:solidFill>
                  <a:srgbClr val="EE0000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cxnSp>
        <p:nvCxnSpPr>
          <p:cNvPr id="2141" name="Google Shape;2141;p23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42" name="Google Shape;2142;p23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43" name="Google Shape;2143;p232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2144" name="Google Shape;2144;p232"/>
          <p:cNvSpPr txBox="1">
            <a:spLocks noGrp="1"/>
          </p:cNvSpPr>
          <p:nvPr>
            <p:ph type="subTitle" idx="2"/>
          </p:nvPr>
        </p:nvSpPr>
        <p:spPr>
          <a:xfrm>
            <a:off x="663799" y="4627175"/>
            <a:ext cx="65907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 2">
  <p:cSld name="CUSTOM_4_21_2">
    <p:spTree>
      <p:nvGrpSpPr>
        <p:cNvPr id="1" name="Shape 2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6" name="Google Shape;2146;p23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147" name="Google Shape;2147;p233"/>
          <p:cNvSpPr txBox="1">
            <a:spLocks noGrp="1"/>
          </p:cNvSpPr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148" name="Google Shape;2148;p23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9" name="Google Shape;2149;p23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0" name="Google Shape;2150;p23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1" name="Google Shape;2151;p23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2152" name="Google Shape;2152;p233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 3">
  <p:cSld name="CUSTOM_4_21_3">
    <p:spTree>
      <p:nvGrpSpPr>
        <p:cNvPr id="1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23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155" name="Google Shape;2155;p234"/>
          <p:cNvSpPr txBox="1">
            <a:spLocks noGrp="1"/>
          </p:cNvSpPr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156" name="Google Shape;2156;p23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7" name="Google Shape;2157;p23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58" name="Google Shape;2158;p23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59" name="Google Shape;2159;p234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2160" name="Google Shape;2160;p234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3">
  <p:cSld name="CUSTOM_4_105"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2" name="Google Shape;2162;p235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163" name="Google Shape;2163;p23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64" name="Google Shape;2164;p235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2165" name="Google Shape;2165;p23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66" name="Google Shape;2166;p23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67" name="Google Shape;2167;p235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168" name="Google Shape;2168;p235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0">
  <p:cSld name="CUSTOM_4_19_1">
    <p:spTree>
      <p:nvGrpSpPr>
        <p:cNvPr id="1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23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171" name="Google Shape;2171;p236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172" name="Google Shape;2172;p23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3" name="Google Shape;2173;p236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74" name="Google Shape;2174;p23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75" name="Google Shape;2175;p236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176" name="Google Shape;2176;p236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177" name="Google Shape;2177;p236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Hat Wide BSD 1">
  <p:cSld name="CUSTOM_4_6_2_1">
    <p:spTree>
      <p:nvGrpSpPr>
        <p:cNvPr id="1" name="Shape 2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9" name="Google Shape;2179;p237"/>
          <p:cNvSpPr/>
          <p:nvPr/>
        </p:nvSpPr>
        <p:spPr>
          <a:xfrm>
            <a:off x="-25" y="0"/>
            <a:ext cx="9144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0" name="Google Shape;2180;p237"/>
          <p:cNvSpPr/>
          <p:nvPr/>
        </p:nvSpPr>
        <p:spPr>
          <a:xfrm>
            <a:off x="0" y="0"/>
            <a:ext cx="9144000" cy="3217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81" name="Google Shape;2181;p237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9061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2" name="Google Shape;2182;p237"/>
          <p:cNvPicPr preferRelativeResize="0"/>
          <p:nvPr/>
        </p:nvPicPr>
        <p:blipFill rotWithShape="1">
          <a:blip r:embed="rId3">
            <a:alphaModFix/>
          </a:blip>
          <a:srcRect l="5566" t="15488" r="8926" b="18631"/>
          <a:stretch/>
        </p:blipFill>
        <p:spPr>
          <a:xfrm>
            <a:off x="7462648" y="4734375"/>
            <a:ext cx="424051" cy="172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blank 1">
  <p:cSld name="CUSTOM_4_18_1">
    <p:spTree>
      <p:nvGrpSpPr>
        <p:cNvPr id="1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23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 b="1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 b="1"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 b="1"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 b="1"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 b="1"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 b="1"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 b="1"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 b="1"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None/>
              <a:defRPr sz="900" b="1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cxnSp>
        <p:nvCxnSpPr>
          <p:cNvPr id="2185" name="Google Shape;2185;p23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6" name="Google Shape;2186;p23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87" name="Google Shape;2187;p23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88" name="Google Shape;2188;p23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, subhead, and body 6">
  <p:cSld name="CUSTOM_4_17_9">
    <p:spTree>
      <p:nvGrpSpPr>
        <p:cNvPr id="1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23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191" name="Google Shape;2191;p239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192" name="Google Shape;2192;p23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3" name="Google Shape;2193;p239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94" name="Google Shape;2194;p23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5" name="Google Shape;2195;p239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196" name="Google Shape;2196;p239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97" name="Google Shape;2197;p239"/>
          <p:cNvSpPr txBox="1">
            <a:spLocks noGrp="1"/>
          </p:cNvSpPr>
          <p:nvPr>
            <p:ph type="body" idx="4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1100"/>
              <a:buChar char="▸"/>
              <a:defRPr sz="1100"/>
            </a:lvl1pPr>
            <a:lvl2pPr marL="914400" lvl="1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2pPr>
            <a:lvl3pPr marL="1371600" lvl="2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3pPr>
            <a:lvl4pPr marL="1828800" lvl="3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4pPr>
            <a:lvl5pPr marL="2286000" lvl="4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5pPr>
            <a:lvl6pPr marL="2743200" lvl="5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6pPr>
            <a:lvl7pPr marL="3200400" lvl="6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7pPr>
            <a:lvl8pPr marL="3657600" lvl="7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8pPr>
            <a:lvl9pPr marL="4114800" lvl="8" indent="-285750" rtl="0">
              <a:lnSpc>
                <a:spcPct val="140000"/>
              </a:lnSpc>
              <a:spcBef>
                <a:spcPts val="800"/>
              </a:spcBef>
              <a:spcAft>
                <a:spcPts val="800"/>
              </a:spcAft>
              <a:buSzPts val="900"/>
              <a:buChar char="･"/>
              <a:defRPr sz="900"/>
            </a:lvl9pPr>
          </a:lstStyle>
          <a:p>
            <a:endParaRPr/>
          </a:p>
        </p:txBody>
      </p:sp>
      <p:pic>
        <p:nvPicPr>
          <p:cNvPr id="2198" name="Google Shape;2198;p2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56" y="4734938"/>
            <a:ext cx="824792" cy="28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, subhead, and body 7">
  <p:cSld name="CUSTOM_4_17_10">
    <p:spTree>
      <p:nvGrpSpPr>
        <p:cNvPr id="1" name="Shape 2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0" name="Google Shape;2200;p24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201" name="Google Shape;2201;p240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202" name="Google Shape;2202;p24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3" name="Google Shape;2203;p24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04" name="Google Shape;2204;p24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05" name="Google Shape;2205;p240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206" name="Google Shape;2206;p240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07" name="Google Shape;2207;p240"/>
          <p:cNvSpPr txBox="1">
            <a:spLocks noGrp="1"/>
          </p:cNvSpPr>
          <p:nvPr>
            <p:ph type="body" idx="4"/>
          </p:nvPr>
        </p:nvSpPr>
        <p:spPr>
          <a:xfrm>
            <a:off x="1828800" y="1714500"/>
            <a:ext cx="5486400" cy="27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1100"/>
              <a:buChar char="▸"/>
              <a:defRPr sz="1100"/>
            </a:lvl1pPr>
            <a:lvl2pPr marL="914400" lvl="1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2pPr>
            <a:lvl3pPr marL="1371600" lvl="2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3pPr>
            <a:lvl4pPr marL="1828800" lvl="3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4pPr>
            <a:lvl5pPr marL="2286000" lvl="4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5pPr>
            <a:lvl6pPr marL="2743200" lvl="5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6pPr>
            <a:lvl7pPr marL="3200400" lvl="6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7pPr>
            <a:lvl8pPr marL="3657600" lvl="7" indent="-285750" rtl="0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SzPts val="900"/>
              <a:buChar char="･"/>
              <a:defRPr sz="900"/>
            </a:lvl8pPr>
            <a:lvl9pPr marL="4114800" lvl="8" indent="-285750" rtl="0">
              <a:lnSpc>
                <a:spcPct val="140000"/>
              </a:lnSpc>
              <a:spcBef>
                <a:spcPts val="800"/>
              </a:spcBef>
              <a:spcAft>
                <a:spcPts val="800"/>
              </a:spcAft>
              <a:buSzPts val="900"/>
              <a:buChar char="･"/>
              <a:defRPr sz="900"/>
            </a:lvl9pPr>
          </a:lstStyle>
          <a:p>
            <a:endParaRPr/>
          </a:p>
        </p:txBody>
      </p:sp>
      <p:pic>
        <p:nvPicPr>
          <p:cNvPr id="2208" name="Google Shape;2208;p2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56" y="4734938"/>
            <a:ext cx="824792" cy="280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1">
  <p:cSld name="CUSTOM_1_1_1">
    <p:spTree>
      <p:nvGrpSpPr>
        <p:cNvPr id="1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241"/>
          <p:cNvSpPr txBox="1">
            <a:spLocks noGrp="1"/>
          </p:cNvSpPr>
          <p:nvPr>
            <p:ph type="body" idx="1"/>
          </p:nvPr>
        </p:nvSpPr>
        <p:spPr>
          <a:xfrm>
            <a:off x="826700" y="1625925"/>
            <a:ext cx="7490700" cy="26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Font typeface="Proxima Nova"/>
              <a:buChar char="▸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2100" rtl="0">
              <a:spcBef>
                <a:spcPts val="400"/>
              </a:spcBef>
              <a:spcAft>
                <a:spcPts val="40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211" name="Google Shape;2211;p241"/>
          <p:cNvSpPr txBox="1">
            <a:spLocks noGrp="1"/>
          </p:cNvSpPr>
          <p:nvPr>
            <p:ph type="title"/>
          </p:nvPr>
        </p:nvSpPr>
        <p:spPr>
          <a:xfrm>
            <a:off x="826650" y="0"/>
            <a:ext cx="7490700" cy="106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Proxima Nova"/>
              <a:buNone/>
              <a:defRPr b="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212" name="Google Shape;2212;p241"/>
          <p:cNvSpPr txBox="1">
            <a:spLocks noGrp="1"/>
          </p:cNvSpPr>
          <p:nvPr>
            <p:ph type="subTitle" idx="2"/>
          </p:nvPr>
        </p:nvSpPr>
        <p:spPr>
          <a:xfrm>
            <a:off x="826650" y="929775"/>
            <a:ext cx="7490700" cy="6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2213" name="Google Shape;2213;p24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14" name="Google Shape;2214;p24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5" name="Google Shape;2215;p24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16" name="Google Shape;2216;p24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4">
  <p:cSld name="CUSTOM_4_106">
    <p:spTree>
      <p:nvGrpSpPr>
        <p:cNvPr id="1" name="Shape 2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8" name="Google Shape;2218;p242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219" name="Google Shape;2219;p24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0" name="Google Shape;2220;p242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2221" name="Google Shape;2221;p24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2" name="Google Shape;2222;p24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23" name="Google Shape;2223;p242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224" name="Google Shape;2224;p242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5">
  <p:cSld name="CUSTOM_4_107">
    <p:spTree>
      <p:nvGrpSpPr>
        <p:cNvPr id="1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243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227" name="Google Shape;2227;p24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8" name="Google Shape;2228;p24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2229" name="Google Shape;2229;p243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0" name="Google Shape;2230;p24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31" name="Google Shape;2231;p24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232" name="Google Shape;2232;p243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 4">
  <p:cSld name="CUSTOM_4_5_2_6">
    <p:spTree>
      <p:nvGrpSpPr>
        <p:cNvPr id="1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p24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235" name="Google Shape;2235;p244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236" name="Google Shape;2236;p24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37" name="Google Shape;2237;p24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8" name="Google Shape;2238;p24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39" name="Google Shape;2239;p244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240" name="Google Shape;2240;p244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241" name="Google Shape;2241;p244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5">
  <p:cSld name="TITLE_5">
    <p:spTree>
      <p:nvGrpSpPr>
        <p:cNvPr id="1" name="Shape 2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3" name="Google Shape;2243;p245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244" name="Google Shape;2244;p245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245" name="Google Shape;2245;p2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>
            <a:lvl1pPr lvl="0" rtl="0">
              <a:buNone/>
              <a:defRPr sz="1100"/>
            </a:lvl1pPr>
            <a:lvl2pPr lvl="1" rtl="0">
              <a:buNone/>
              <a:defRPr sz="1100"/>
            </a:lvl2pPr>
            <a:lvl3pPr lvl="2" rtl="0">
              <a:buNone/>
              <a:defRPr sz="1100"/>
            </a:lvl3pPr>
            <a:lvl4pPr lvl="3" rtl="0">
              <a:buNone/>
              <a:defRPr sz="1100"/>
            </a:lvl4pPr>
            <a:lvl5pPr lvl="4" rtl="0">
              <a:buNone/>
              <a:defRPr sz="1100"/>
            </a:lvl5pPr>
            <a:lvl6pPr lvl="5" rtl="0">
              <a:buNone/>
              <a:defRPr sz="1100"/>
            </a:lvl6pPr>
            <a:lvl7pPr lvl="6" rtl="0">
              <a:buNone/>
              <a:defRPr sz="1100"/>
            </a:lvl7pPr>
            <a:lvl8pPr lvl="7" rtl="0">
              <a:buNone/>
              <a:defRPr sz="1100"/>
            </a:lvl8pPr>
            <a:lvl9pPr lvl="8" rtl="0">
              <a:buNone/>
              <a:defRPr sz="1100"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four column 1">
  <p:cSld name="CUSTOM_4_5_2_7">
    <p:bg>
      <p:bgPr>
        <a:solidFill>
          <a:srgbClr val="FFFFFF"/>
        </a:solidFill>
        <a:effectLst/>
      </p:bgPr>
    </p:bg>
    <p:spTree>
      <p:nvGrpSpPr>
        <p:cNvPr id="1" name="Shape 2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7" name="Google Shape;2247;p24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248" name="Google Shape;2248;p246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249" name="Google Shape;2249;p24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50" name="Google Shape;2250;p246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70" cy="171086"/>
          </a:xfrm>
          <a:prstGeom prst="rect">
            <a:avLst/>
          </a:prstGeom>
          <a:noFill/>
          <a:ln>
            <a:noFill/>
          </a:ln>
        </p:spPr>
      </p:pic>
      <p:sp>
        <p:nvSpPr>
          <p:cNvPr id="2251" name="Google Shape;2251;p246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cxnSp>
        <p:nvCxnSpPr>
          <p:cNvPr id="2252" name="Google Shape;2252;p246"/>
          <p:cNvCxnSpPr/>
          <p:nvPr/>
        </p:nvCxnSpPr>
        <p:spPr>
          <a:xfrm>
            <a:off x="2562438" y="2758500"/>
            <a:ext cx="0" cy="114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253" name="Google Shape;2253;p246"/>
          <p:cNvCxnSpPr/>
          <p:nvPr/>
        </p:nvCxnSpPr>
        <p:spPr>
          <a:xfrm>
            <a:off x="4572075" y="2758500"/>
            <a:ext cx="0" cy="114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254" name="Google Shape;2254;p246"/>
          <p:cNvCxnSpPr/>
          <p:nvPr/>
        </p:nvCxnSpPr>
        <p:spPr>
          <a:xfrm>
            <a:off x="6581713" y="2758500"/>
            <a:ext cx="0" cy="114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255" name="Google Shape;2255;p246"/>
          <p:cNvSpPr txBox="1">
            <a:spLocks noGrp="1"/>
          </p:cNvSpPr>
          <p:nvPr>
            <p:ph type="subTitle" idx="3"/>
          </p:nvPr>
        </p:nvSpPr>
        <p:spPr>
          <a:xfrm>
            <a:off x="663806" y="3044625"/>
            <a:ext cx="1787700" cy="79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2256" name="Google Shape;2256;p246"/>
          <p:cNvSpPr txBox="1">
            <a:spLocks noGrp="1"/>
          </p:cNvSpPr>
          <p:nvPr>
            <p:ph type="subTitle" idx="4"/>
          </p:nvPr>
        </p:nvSpPr>
        <p:spPr>
          <a:xfrm>
            <a:off x="663788" y="2718263"/>
            <a:ext cx="1787700" cy="28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257" name="Google Shape;2257;p246"/>
          <p:cNvSpPr txBox="1">
            <a:spLocks noGrp="1"/>
          </p:cNvSpPr>
          <p:nvPr>
            <p:ph type="subTitle" idx="5"/>
          </p:nvPr>
        </p:nvSpPr>
        <p:spPr>
          <a:xfrm>
            <a:off x="6692719" y="3044625"/>
            <a:ext cx="1787700" cy="79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2258" name="Google Shape;2258;p246"/>
          <p:cNvSpPr txBox="1">
            <a:spLocks noGrp="1"/>
          </p:cNvSpPr>
          <p:nvPr>
            <p:ph type="subTitle" idx="6"/>
          </p:nvPr>
        </p:nvSpPr>
        <p:spPr>
          <a:xfrm>
            <a:off x="6692700" y="2718263"/>
            <a:ext cx="1787700" cy="28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259" name="Google Shape;2259;p246"/>
          <p:cNvSpPr txBox="1">
            <a:spLocks noGrp="1"/>
          </p:cNvSpPr>
          <p:nvPr>
            <p:ph type="subTitle" idx="7"/>
          </p:nvPr>
        </p:nvSpPr>
        <p:spPr>
          <a:xfrm>
            <a:off x="4683081" y="3044625"/>
            <a:ext cx="1787700" cy="79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2260" name="Google Shape;2260;p246"/>
          <p:cNvSpPr txBox="1">
            <a:spLocks noGrp="1"/>
          </p:cNvSpPr>
          <p:nvPr>
            <p:ph type="subTitle" idx="8"/>
          </p:nvPr>
        </p:nvSpPr>
        <p:spPr>
          <a:xfrm>
            <a:off x="4683063" y="2718263"/>
            <a:ext cx="1787700" cy="28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261" name="Google Shape;2261;p246"/>
          <p:cNvSpPr txBox="1">
            <a:spLocks noGrp="1"/>
          </p:cNvSpPr>
          <p:nvPr>
            <p:ph type="subTitle" idx="9"/>
          </p:nvPr>
        </p:nvSpPr>
        <p:spPr>
          <a:xfrm>
            <a:off x="2673444" y="3044625"/>
            <a:ext cx="1787700" cy="79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2262" name="Google Shape;2262;p246"/>
          <p:cNvSpPr txBox="1">
            <a:spLocks noGrp="1"/>
          </p:cNvSpPr>
          <p:nvPr>
            <p:ph type="subTitle" idx="13"/>
          </p:nvPr>
        </p:nvSpPr>
        <p:spPr>
          <a:xfrm>
            <a:off x="2673425" y="2718263"/>
            <a:ext cx="1787700" cy="284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2263" name="Google Shape;2263;p24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64" name="Google Shape;2264;p24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65" name="Google Shape;2265;p246"/>
          <p:cNvSpPr txBox="1">
            <a:spLocks noGrp="1"/>
          </p:cNvSpPr>
          <p:nvPr>
            <p:ph type="subTitle" idx="14"/>
          </p:nvPr>
        </p:nvSpPr>
        <p:spPr>
          <a:xfrm>
            <a:off x="16924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1">
  <p:cSld name="CUSTOM_4_108">
    <p:spTree>
      <p:nvGrpSpPr>
        <p:cNvPr id="1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p24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268" name="Google Shape;2268;p247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269" name="Google Shape;2269;p24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0" name="Google Shape;2270;p24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71" name="Google Shape;2271;p24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2" name="Google Shape;2272;p247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70" cy="171086"/>
          </a:xfrm>
          <a:prstGeom prst="rect">
            <a:avLst/>
          </a:prstGeom>
          <a:noFill/>
          <a:ln>
            <a:noFill/>
          </a:ln>
        </p:spPr>
      </p:pic>
      <p:sp>
        <p:nvSpPr>
          <p:cNvPr id="2273" name="Google Shape;2273;p247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274" name="Google Shape;2274;p247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 2">
  <p:cSld name="CUSTOM_4_25_1"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6" name="Google Shape;2276;p24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9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277" name="Google Shape;2277;p248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278" name="Google Shape;2278;p24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79" name="Google Shape;2279;p24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0" name="Google Shape;2280;p24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81" name="Google Shape;2281;p24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52" cy="171082"/>
          </a:xfrm>
          <a:prstGeom prst="rect">
            <a:avLst/>
          </a:prstGeom>
          <a:noFill/>
          <a:ln>
            <a:noFill/>
          </a:ln>
        </p:spPr>
      </p:pic>
      <p:sp>
        <p:nvSpPr>
          <p:cNvPr id="2282" name="Google Shape;2282;p248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283" name="Google Shape;2283;p248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2">
  <p:cSld name="CUSTOM_4_109">
    <p:spTree>
      <p:nvGrpSpPr>
        <p:cNvPr id="1" name="Shape 2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5" name="Google Shape;2285;p249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286" name="Google Shape;2286;p249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287" name="Google Shape;2287;p24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8" name="Google Shape;2288;p24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89" name="Google Shape;2289;p24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90" name="Google Shape;2290;p24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70" cy="171086"/>
          </a:xfrm>
          <a:prstGeom prst="rect">
            <a:avLst/>
          </a:prstGeom>
          <a:noFill/>
          <a:ln>
            <a:noFill/>
          </a:ln>
        </p:spPr>
      </p:pic>
      <p:sp>
        <p:nvSpPr>
          <p:cNvPr id="2291" name="Google Shape;2291;p249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292" name="Google Shape;2292;p249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1 1">
  <p:cSld name="CUSTOM_1_1_2">
    <p:spTree>
      <p:nvGrpSpPr>
        <p:cNvPr id="1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250"/>
          <p:cNvSpPr txBox="1">
            <a:spLocks noGrp="1"/>
          </p:cNvSpPr>
          <p:nvPr>
            <p:ph type="body" idx="1"/>
          </p:nvPr>
        </p:nvSpPr>
        <p:spPr>
          <a:xfrm>
            <a:off x="826700" y="1625925"/>
            <a:ext cx="7490700" cy="26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Font typeface="Proxima Nova"/>
              <a:buChar char="▸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2100" rtl="0">
              <a:spcBef>
                <a:spcPts val="400"/>
              </a:spcBef>
              <a:spcAft>
                <a:spcPts val="40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295" name="Google Shape;2295;p250"/>
          <p:cNvSpPr txBox="1">
            <a:spLocks noGrp="1"/>
          </p:cNvSpPr>
          <p:nvPr>
            <p:ph type="title"/>
          </p:nvPr>
        </p:nvSpPr>
        <p:spPr>
          <a:xfrm>
            <a:off x="826650" y="0"/>
            <a:ext cx="7490700" cy="106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Proxima Nova"/>
              <a:buNone/>
              <a:defRPr b="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296" name="Google Shape;2296;p250"/>
          <p:cNvSpPr txBox="1">
            <a:spLocks noGrp="1"/>
          </p:cNvSpPr>
          <p:nvPr>
            <p:ph type="subTitle" idx="2"/>
          </p:nvPr>
        </p:nvSpPr>
        <p:spPr>
          <a:xfrm>
            <a:off x="826650" y="929775"/>
            <a:ext cx="7490700" cy="6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2297" name="Google Shape;2297;p250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8" name="Google Shape;2298;p25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9" name="Google Shape;2299;p250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0" name="Google Shape;2300;p25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1 2">
  <p:cSld name="CUSTOM_1_1_3">
    <p:spTree>
      <p:nvGrpSpPr>
        <p:cNvPr id="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251"/>
          <p:cNvSpPr txBox="1">
            <a:spLocks noGrp="1"/>
          </p:cNvSpPr>
          <p:nvPr>
            <p:ph type="body" idx="1"/>
          </p:nvPr>
        </p:nvSpPr>
        <p:spPr>
          <a:xfrm>
            <a:off x="826700" y="1625925"/>
            <a:ext cx="7490700" cy="26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Font typeface="Proxima Nova"/>
              <a:buChar char="▸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2100" rtl="0">
              <a:spcBef>
                <a:spcPts val="400"/>
              </a:spcBef>
              <a:spcAft>
                <a:spcPts val="40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303" name="Google Shape;2303;p251"/>
          <p:cNvSpPr txBox="1">
            <a:spLocks noGrp="1"/>
          </p:cNvSpPr>
          <p:nvPr>
            <p:ph type="title"/>
          </p:nvPr>
        </p:nvSpPr>
        <p:spPr>
          <a:xfrm>
            <a:off x="826650" y="0"/>
            <a:ext cx="7490700" cy="106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Proxima Nova"/>
              <a:buNone/>
              <a:defRPr b="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304" name="Google Shape;2304;p251"/>
          <p:cNvSpPr txBox="1">
            <a:spLocks noGrp="1"/>
          </p:cNvSpPr>
          <p:nvPr>
            <p:ph type="subTitle" idx="2"/>
          </p:nvPr>
        </p:nvSpPr>
        <p:spPr>
          <a:xfrm>
            <a:off x="826650" y="929775"/>
            <a:ext cx="7490700" cy="6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2305" name="Google Shape;2305;p25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06" name="Google Shape;2306;p25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07" name="Google Shape;2307;p251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08" name="Google Shape;2308;p25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only 1 3">
  <p:cSld name="CUSTOM_1_1_4">
    <p:spTree>
      <p:nvGrpSpPr>
        <p:cNvPr id="1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p252"/>
          <p:cNvSpPr txBox="1">
            <a:spLocks noGrp="1"/>
          </p:cNvSpPr>
          <p:nvPr>
            <p:ph type="body" idx="1"/>
          </p:nvPr>
        </p:nvSpPr>
        <p:spPr>
          <a:xfrm>
            <a:off x="826700" y="1625925"/>
            <a:ext cx="7490700" cy="264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SzPts val="1000"/>
              <a:buFont typeface="Proxima Nova"/>
              <a:buChar char="▸"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2100" rtl="0">
              <a:spcBef>
                <a:spcPts val="400"/>
              </a:spcBef>
              <a:spcAft>
                <a:spcPts val="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2100" rtl="0">
              <a:spcBef>
                <a:spcPts val="400"/>
              </a:spcBef>
              <a:spcAft>
                <a:spcPts val="400"/>
              </a:spcAft>
              <a:buSzPts val="1000"/>
              <a:buFont typeface="Proxima Nova"/>
              <a:buChar char="･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311" name="Google Shape;2311;p252"/>
          <p:cNvSpPr txBox="1">
            <a:spLocks noGrp="1"/>
          </p:cNvSpPr>
          <p:nvPr>
            <p:ph type="title"/>
          </p:nvPr>
        </p:nvSpPr>
        <p:spPr>
          <a:xfrm>
            <a:off x="826650" y="0"/>
            <a:ext cx="7490700" cy="1063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Proxima Nova"/>
              <a:buNone/>
              <a:defRPr b="0"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roxima Nova"/>
              <a:buNone/>
              <a:defRPr b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sp>
        <p:nvSpPr>
          <p:cNvPr id="2312" name="Google Shape;2312;p252"/>
          <p:cNvSpPr txBox="1">
            <a:spLocks noGrp="1"/>
          </p:cNvSpPr>
          <p:nvPr>
            <p:ph type="subTitle" idx="2"/>
          </p:nvPr>
        </p:nvSpPr>
        <p:spPr>
          <a:xfrm>
            <a:off x="826650" y="929775"/>
            <a:ext cx="7490700" cy="65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  <p:pic>
        <p:nvPicPr>
          <p:cNvPr id="2313" name="Google Shape;2313;p252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314" name="Google Shape;2314;p25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5" name="Google Shape;2315;p252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16" name="Google Shape;2316;p25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00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3">
  <p:cSld name="CUSTOM_4_110">
    <p:spTree>
      <p:nvGrpSpPr>
        <p:cNvPr id="1" name="Shape 2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8" name="Google Shape;2318;p253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2319" name="Google Shape;2319;p25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0" name="Google Shape;2320;p25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1" name="Google Shape;2321;p25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22" name="Google Shape;2322;p25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23" name="Google Shape;2323;p253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24" name="Google Shape;2324;p253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325" name="Google Shape;2325;p253"/>
          <p:cNvSpPr txBox="1">
            <a:spLocks noGrp="1"/>
          </p:cNvSpPr>
          <p:nvPr>
            <p:ph type="subTitle" idx="3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6">
  <p:cSld name="CUSTOM_4_111">
    <p:spTree>
      <p:nvGrpSpPr>
        <p:cNvPr id="1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p254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328" name="Google Shape;2328;p25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9" name="Google Shape;2329;p25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700"/>
              <a:buFont typeface="Overpass SemiBold"/>
              <a:buNone/>
              <a:defRPr sz="700">
                <a:solidFill>
                  <a:srgbClr val="EE0000"/>
                </a:solidFill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endParaRPr/>
          </a:p>
        </p:txBody>
      </p:sp>
      <p:cxnSp>
        <p:nvCxnSpPr>
          <p:cNvPr id="2330" name="Google Shape;2330;p254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1" name="Google Shape;2331;p25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2" name="Google Shape;2332;p254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33" name="Google Shape;2333;p254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4 1 5">
  <p:cSld name="CUSTOM_4_5_2_8">
    <p:spTree>
      <p:nvGrpSpPr>
        <p:cNvPr id="1" name="Shape 2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5" name="Google Shape;2335;p255"/>
          <p:cNvSpPr txBox="1">
            <a:spLocks noGrp="1"/>
          </p:cNvSpPr>
          <p:nvPr>
            <p:ph type="title"/>
          </p:nvPr>
        </p:nvSpPr>
        <p:spPr>
          <a:xfrm>
            <a:off x="1314450" y="709500"/>
            <a:ext cx="65151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cxnSp>
        <p:nvCxnSpPr>
          <p:cNvPr id="2336" name="Google Shape;2336;p25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7" name="Google Shape;2337;p255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38" name="Google Shape;2338;p255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1pPr>
            <a:lvl2pPr lvl="1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2pPr>
            <a:lvl3pPr lvl="2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3pPr>
            <a:lvl4pPr lvl="3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4pPr>
            <a:lvl5pPr lvl="4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5pPr>
            <a:lvl6pPr lvl="5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6pPr>
            <a:lvl7pPr lvl="6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7pPr>
            <a:lvl8pPr lvl="7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8pPr>
            <a:lvl9pPr lvl="8" algn="ctr" rtl="0">
              <a:buNone/>
              <a:defRPr sz="600">
                <a:latin typeface="Overpass SemiBold"/>
                <a:ea typeface="Overpass SemiBold"/>
                <a:cs typeface="Overpass SemiBold"/>
                <a:sym typeface="Overpass SemiBold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39" name="Google Shape;2339;p255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40" name="Google Shape;2340;p255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8871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1pPr>
            <a:lvl2pPr lvl="1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2pPr>
            <a:lvl3pPr lvl="2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3pPr>
            <a:lvl4pPr lvl="3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4pPr>
            <a:lvl5pPr lvl="4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5pPr>
            <a:lvl6pPr lvl="5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6pPr>
            <a:lvl7pPr lvl="6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7pPr>
            <a:lvl8pPr lvl="7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8pPr>
            <a:lvl9pPr lvl="8" rtl="0">
              <a:lnSpc>
                <a:spcPct val="142000"/>
              </a:lnSpc>
              <a:spcBef>
                <a:spcPts val="0"/>
              </a:spcBef>
              <a:spcAft>
                <a:spcPts val="0"/>
              </a:spcAft>
              <a:buNone/>
              <a:defRPr sz="500">
                <a:solidFill>
                  <a:srgbClr val="4D4D4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4">
  <p:cSld name="CUSTOM_4_112">
    <p:spTree>
      <p:nvGrpSpPr>
        <p:cNvPr id="1" name="Shape 2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2" name="Google Shape;2342;p25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2343" name="Google Shape;2343;p25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44" name="Google Shape;2344;p25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45" name="Google Shape;2345;p25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46" name="Google Shape;2346;p256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47" name="Google Shape;2347;p256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48" name="Google Shape;2348;p256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349" name="Google Shape;2349;p256"/>
          <p:cNvSpPr txBox="1">
            <a:spLocks noGrp="1"/>
          </p:cNvSpPr>
          <p:nvPr>
            <p:ph type="subTitle" idx="3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 1 1">
  <p:cSld name="CUSTOM_4_25_2">
    <p:spTree>
      <p:nvGrpSpPr>
        <p:cNvPr id="1" name="Shape 2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1" name="Google Shape;2351;p25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9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352" name="Google Shape;2352;p257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353" name="Google Shape;2353;p25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54" name="Google Shape;2354;p257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5" name="Google Shape;2355;p25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56" name="Google Shape;2356;p257"/>
          <p:cNvSpPr/>
          <p:nvPr/>
        </p:nvSpPr>
        <p:spPr>
          <a:xfrm>
            <a:off x="8033460" y="4734938"/>
            <a:ext cx="731852" cy="171082"/>
          </a:xfrm>
          <a:prstGeom prst="rect">
            <a:avLst/>
          </a:prstGeom>
          <a:noFill/>
          <a:ln>
            <a:noFill/>
          </a:ln>
        </p:spPr>
      </p:sp>
      <p:sp>
        <p:nvSpPr>
          <p:cNvPr id="2357" name="Google Shape;2357;p257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358" name="Google Shape;2358;p257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5">
  <p:cSld name="CUSTOM_4_113">
    <p:spTree>
      <p:nvGrpSpPr>
        <p:cNvPr id="1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p258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361" name="Google Shape;2361;p258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362" name="Google Shape;2362;p25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63" name="Google Shape;2363;p258"/>
          <p:cNvCxnSpPr/>
          <p:nvPr/>
        </p:nvCxnSpPr>
        <p:spPr>
          <a:xfrm rot="10800000">
            <a:off x="335825" y="4800900"/>
            <a:ext cx="0" cy="342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64" name="Google Shape;2364;p25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65" name="Google Shape;2365;p258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366" name="Google Shape;2366;p258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19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2367" name="Google Shape;2367;p258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hree column 3">
  <p:cSld name="CUSTOM_4_3_5">
    <p:spTree>
      <p:nvGrpSpPr>
        <p:cNvPr id="1" name="Shape 2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9" name="Google Shape;2379;p26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80" name="Google Shape;2380;p26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81" name="Google Shape;2381;p26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82" name="Google Shape;2382;p260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383" name="Google Shape;2383;p260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2384" name="Google Shape;2384;p260"/>
          <p:cNvCxnSpPr/>
          <p:nvPr/>
        </p:nvCxnSpPr>
        <p:spPr>
          <a:xfrm>
            <a:off x="3229613" y="3172294"/>
            <a:ext cx="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385" name="Google Shape;2385;p260"/>
          <p:cNvCxnSpPr/>
          <p:nvPr/>
        </p:nvCxnSpPr>
        <p:spPr>
          <a:xfrm>
            <a:off x="5914388" y="3172294"/>
            <a:ext cx="0" cy="11682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386" name="Google Shape;2386;p260"/>
          <p:cNvSpPr txBox="1">
            <a:spLocks noGrp="1"/>
          </p:cNvSpPr>
          <p:nvPr>
            <p:ph type="subTitle" idx="2"/>
          </p:nvPr>
        </p:nvSpPr>
        <p:spPr>
          <a:xfrm>
            <a:off x="3351225" y="3172294"/>
            <a:ext cx="24414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2387" name="Google Shape;2387;p260"/>
          <p:cNvSpPr txBox="1">
            <a:spLocks noGrp="1"/>
          </p:cNvSpPr>
          <p:nvPr>
            <p:ph type="subTitle" idx="3"/>
          </p:nvPr>
        </p:nvSpPr>
        <p:spPr>
          <a:xfrm>
            <a:off x="3351300" y="3539213"/>
            <a:ext cx="24414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2388" name="Google Shape;2388;p260"/>
          <p:cNvSpPr txBox="1">
            <a:spLocks noGrp="1"/>
          </p:cNvSpPr>
          <p:nvPr>
            <p:ph type="subTitle" idx="4"/>
          </p:nvPr>
        </p:nvSpPr>
        <p:spPr>
          <a:xfrm>
            <a:off x="6036000" y="3172294"/>
            <a:ext cx="24414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2389" name="Google Shape;2389;p260"/>
          <p:cNvSpPr txBox="1">
            <a:spLocks noGrp="1"/>
          </p:cNvSpPr>
          <p:nvPr>
            <p:ph type="subTitle" idx="5"/>
          </p:nvPr>
        </p:nvSpPr>
        <p:spPr>
          <a:xfrm>
            <a:off x="6036075" y="3539213"/>
            <a:ext cx="24414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2390" name="Google Shape;2390;p260"/>
          <p:cNvSpPr txBox="1">
            <a:spLocks noGrp="1"/>
          </p:cNvSpPr>
          <p:nvPr>
            <p:ph type="subTitle" idx="6"/>
          </p:nvPr>
        </p:nvSpPr>
        <p:spPr>
          <a:xfrm>
            <a:off x="666450" y="3172294"/>
            <a:ext cx="2441400" cy="241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2391" name="Google Shape;2391;p260"/>
          <p:cNvSpPr txBox="1">
            <a:spLocks noGrp="1"/>
          </p:cNvSpPr>
          <p:nvPr>
            <p:ph type="subTitle" idx="7"/>
          </p:nvPr>
        </p:nvSpPr>
        <p:spPr>
          <a:xfrm>
            <a:off x="666525" y="3539213"/>
            <a:ext cx="2441400" cy="68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100"/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100"/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100"/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100"/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100"/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100"/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100"/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100"/>
            </a:lvl9pPr>
          </a:lstStyle>
          <a:p>
            <a:endParaRPr/>
          </a:p>
        </p:txBody>
      </p:sp>
      <p:sp>
        <p:nvSpPr>
          <p:cNvPr id="2392" name="Google Shape;2392;p260"/>
          <p:cNvSpPr txBox="1">
            <a:spLocks noGrp="1"/>
          </p:cNvSpPr>
          <p:nvPr>
            <p:ph type="subTitle" idx="8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2393" name="Google Shape;2393;p260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394" name="Google Shape;2394;p260"/>
          <p:cNvSpPr txBox="1">
            <a:spLocks noGrp="1"/>
          </p:cNvSpPr>
          <p:nvPr>
            <p:ph type="subTitle" idx="9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image left 4">
  <p:cSld name="CUSTOM_4_2_10">
    <p:spTree>
      <p:nvGrpSpPr>
        <p:cNvPr id="1" name="Shape 2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96" name="Google Shape;2396;p26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97" name="Google Shape;2397;p26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98" name="Google Shape;2398;p26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99" name="Google Shape;2399;p26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00" name="Google Shape;2400;p261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01" name="Google Shape;2401;p261"/>
          <p:cNvSpPr txBox="1">
            <a:spLocks noGrp="1"/>
          </p:cNvSpPr>
          <p:nvPr>
            <p:ph type="subTitle" idx="2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402" name="Google Shape;2402;p261"/>
          <p:cNvSpPr txBox="1">
            <a:spLocks noGrp="1"/>
          </p:cNvSpPr>
          <p:nvPr>
            <p:ph type="subTitle" idx="3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2403" name="Google Shape;2403;p261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404" name="Google Shape;2404;p261"/>
          <p:cNvSpPr txBox="1">
            <a:spLocks noGrp="1"/>
          </p:cNvSpPr>
          <p:nvPr>
            <p:ph type="subTitle" idx="4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image left 5">
  <p:cSld name="CUSTOM_4_2_11">
    <p:spTree>
      <p:nvGrpSpPr>
        <p:cNvPr id="1" name="Shape 2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6" name="Google Shape;2406;p26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07" name="Google Shape;2407;p26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08" name="Google Shape;2408;p26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09" name="Google Shape;2409;p262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10" name="Google Shape;2410;p262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11" name="Google Shape;2411;p262"/>
          <p:cNvSpPr txBox="1">
            <a:spLocks noGrp="1"/>
          </p:cNvSpPr>
          <p:nvPr>
            <p:ph type="subTitle" idx="2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412" name="Google Shape;2412;p262"/>
          <p:cNvSpPr txBox="1">
            <a:spLocks noGrp="1"/>
          </p:cNvSpPr>
          <p:nvPr>
            <p:ph type="subTitle" idx="3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2413" name="Google Shape;2413;p262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414" name="Google Shape;2414;p262"/>
          <p:cNvSpPr txBox="1">
            <a:spLocks noGrp="1"/>
          </p:cNvSpPr>
          <p:nvPr>
            <p:ph type="subTitle" idx="4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image left 6">
  <p:cSld name="CUSTOM_4_2_12">
    <p:spTree>
      <p:nvGrpSpPr>
        <p:cNvPr id="1" name="Shape 2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6" name="Google Shape;2416;p263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17" name="Google Shape;2417;p263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18" name="Google Shape;2418;p263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19" name="Google Shape;2419;p263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20" name="Google Shape;2420;p263"/>
          <p:cNvSpPr txBox="1">
            <a:spLocks noGrp="1"/>
          </p:cNvSpPr>
          <p:nvPr>
            <p:ph type="subTitle" idx="1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21" name="Google Shape;2421;p263"/>
          <p:cNvSpPr txBox="1">
            <a:spLocks noGrp="1"/>
          </p:cNvSpPr>
          <p:nvPr>
            <p:ph type="subTitle" idx="2"/>
          </p:nvPr>
        </p:nvSpPr>
        <p:spPr>
          <a:xfrm>
            <a:off x="4246556" y="1904438"/>
            <a:ext cx="4114800" cy="237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2pPr>
            <a:lvl3pPr lvl="2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3pPr>
            <a:lvl4pPr lvl="3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4pPr>
            <a:lvl5pPr lvl="4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5pPr>
            <a:lvl6pPr lvl="5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6pPr>
            <a:lvl7pPr lvl="6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7pPr>
            <a:lvl8pPr lvl="7" rtl="0">
              <a:lnSpc>
                <a:spcPct val="113000"/>
              </a:lnSpc>
              <a:spcBef>
                <a:spcPts val="1500"/>
              </a:spcBef>
              <a:spcAft>
                <a:spcPts val="0"/>
              </a:spcAft>
              <a:buNone/>
              <a:defRPr/>
            </a:lvl8pPr>
            <a:lvl9pPr lvl="8" rtl="0">
              <a:lnSpc>
                <a:spcPct val="113000"/>
              </a:lnSpc>
              <a:spcBef>
                <a:spcPts val="1500"/>
              </a:spcBef>
              <a:spcAft>
                <a:spcPts val="15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422" name="Google Shape;2422;p263"/>
          <p:cNvSpPr txBox="1">
            <a:spLocks noGrp="1"/>
          </p:cNvSpPr>
          <p:nvPr>
            <p:ph type="subTitle" idx="3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sp>
        <p:nvSpPr>
          <p:cNvPr id="2423" name="Google Shape;2423;p263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424" name="Google Shape;2424;p263"/>
          <p:cNvSpPr txBox="1">
            <a:spLocks noGrp="1"/>
          </p:cNvSpPr>
          <p:nvPr>
            <p:ph type="subTitle" idx="4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6">
  <p:cSld name="CUSTOM_4_114">
    <p:spTree>
      <p:nvGrpSpPr>
        <p:cNvPr id="1" name="Shape 2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6" name="Google Shape;2426;p264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2427" name="Google Shape;2427;p264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8" name="Google Shape;2428;p264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9" name="Google Shape;2429;p264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30" name="Google Shape;2430;p264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31" name="Google Shape;2431;p264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32" name="Google Shape;2432;p264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433" name="Google Shape;2433;p264"/>
          <p:cNvSpPr txBox="1">
            <a:spLocks noGrp="1"/>
          </p:cNvSpPr>
          <p:nvPr>
            <p:ph type="subTitle" idx="3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 6">
  <p:cSld name="CUSTOM_4_1_3">
    <p:spTree>
      <p:nvGrpSpPr>
        <p:cNvPr id="1" name="Shape 2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5" name="Google Shape;2435;p265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36" name="Google Shape;2436;p265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37" name="Google Shape;2437;p265"/>
          <p:cNvSpPr/>
          <p:nvPr/>
        </p:nvSpPr>
        <p:spPr>
          <a:xfrm>
            <a:off x="8033459" y="4734938"/>
            <a:ext cx="731705" cy="171048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7">
  <p:cSld name="CUSTOM_4_115">
    <p:spTree>
      <p:nvGrpSpPr>
        <p:cNvPr id="1" name="Shape 2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Google Shape;2439;p266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440" name="Google Shape;2440;p266"/>
          <p:cNvSpPr txBox="1">
            <a:spLocks noGrp="1"/>
          </p:cNvSpPr>
          <p:nvPr>
            <p:ph type="title"/>
          </p:nvPr>
        </p:nvSpPr>
        <p:spPr>
          <a:xfrm>
            <a:off x="663788" y="65381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441" name="Google Shape;2441;p266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42" name="Google Shape;2442;p266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3" name="Google Shape;2443;p266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44" name="Google Shape;2444;p266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45" name="Google Shape;2445;p266"/>
          <p:cNvSpPr txBox="1">
            <a:spLocks noGrp="1"/>
          </p:cNvSpPr>
          <p:nvPr>
            <p:ph type="subTitle" idx="2"/>
          </p:nvPr>
        </p:nvSpPr>
        <p:spPr>
          <a:xfrm>
            <a:off x="663844" y="1068713"/>
            <a:ext cx="7816500" cy="52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446" name="Google Shape;2446;p266"/>
          <p:cNvSpPr txBox="1">
            <a:spLocks noGrp="1"/>
          </p:cNvSpPr>
          <p:nvPr>
            <p:ph type="subTitle" idx="3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overview">
  <p:cSld name="CUSTOM_4_1_1_1_1">
    <p:bg>
      <p:bgPr>
        <a:solidFill>
          <a:schemeClr val="lt1"/>
        </a:solidFill>
        <a:effectLst/>
      </p:bgPr>
    </p:bg>
    <p:spTree>
      <p:nvGrpSpPr>
        <p:cNvPr id="1" name="Shape 2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48" name="Google Shape;2448;p267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3F9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9" name="Google Shape;2449;p267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9C35"/>
              </a:buClr>
              <a:buSzPts val="800"/>
              <a:buFont typeface="Red Hat Display Medium"/>
              <a:buNone/>
              <a:defRPr sz="800">
                <a:solidFill>
                  <a:srgbClr val="3F9C35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41414"/>
              </a:buClr>
              <a:buSzPts val="800"/>
              <a:buFont typeface="Red Hat Text Medium"/>
              <a:buNone/>
              <a:defRPr sz="800">
                <a:solidFill>
                  <a:srgbClr val="141414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2450" name="Google Shape;2450;p267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3F9C3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51" name="Google Shape;2451;p267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2" name="Google Shape;2452;p267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53" name="Google Shape;2453;p267"/>
          <p:cNvSpPr txBox="1">
            <a:spLocks noGrp="1"/>
          </p:cNvSpPr>
          <p:nvPr>
            <p:ph type="body" idx="3"/>
          </p:nvPr>
        </p:nvSpPr>
        <p:spPr>
          <a:xfrm>
            <a:off x="675206" y="2331975"/>
            <a:ext cx="3783000" cy="2250000"/>
          </a:xfrm>
          <a:prstGeom prst="rect">
            <a:avLst/>
          </a:prstGeom>
        </p:spPr>
        <p:txBody>
          <a:bodyPr spcFirstLastPara="1" wrap="square" lIns="685800" tIns="68575" rIns="68575" bIns="6857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F9C35"/>
              </a:buClr>
              <a:buSzPts val="1200"/>
              <a:buChar char="▸"/>
              <a:defRPr/>
            </a:lvl1pPr>
            <a:lvl2pPr marL="914400" lvl="1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･"/>
              <a:defRPr/>
            </a:lvl2pPr>
            <a:lvl3pPr marL="1371600" lvl="2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･"/>
              <a:defRPr/>
            </a:lvl3pPr>
            <a:lvl4pPr marL="1828800" lvl="3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･"/>
              <a:defRPr/>
            </a:lvl4pPr>
            <a:lvl5pPr marL="2286000" lvl="4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･"/>
              <a:defRPr/>
            </a:lvl5pPr>
            <a:lvl6pPr marL="2743200" lvl="5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･"/>
              <a:defRPr/>
            </a:lvl6pPr>
            <a:lvl7pPr marL="3200400" lvl="6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･"/>
              <a:defRPr/>
            </a:lvl7pPr>
            <a:lvl8pPr marL="3657600" lvl="7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SzPts val="1100"/>
              <a:buChar char="･"/>
              <a:defRPr/>
            </a:lvl8pPr>
            <a:lvl9pPr marL="4114800" lvl="8" indent="-29845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SzPts val="1100"/>
              <a:buChar char="･"/>
              <a:defRPr/>
            </a:lvl9pPr>
          </a:lstStyle>
          <a:p>
            <a:endParaRPr/>
          </a:p>
        </p:txBody>
      </p:sp>
      <p:sp>
        <p:nvSpPr>
          <p:cNvPr id="2454" name="Google Shape;2454;p267"/>
          <p:cNvSpPr txBox="1">
            <a:spLocks noGrp="1"/>
          </p:cNvSpPr>
          <p:nvPr>
            <p:ph type="title"/>
          </p:nvPr>
        </p:nvSpPr>
        <p:spPr>
          <a:xfrm>
            <a:off x="675206" y="893241"/>
            <a:ext cx="2914500" cy="1095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3F9C35"/>
              </a:buClr>
              <a:buSzPts val="3600"/>
              <a:buNone/>
              <a:defRPr sz="3600">
                <a:solidFill>
                  <a:srgbClr val="3F9C35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pic>
        <p:nvPicPr>
          <p:cNvPr id="2455" name="Google Shape;2455;p26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033456" y="4660856"/>
            <a:ext cx="731888" cy="3192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6" name="Google Shape;2456;p267"/>
          <p:cNvPicPr preferRelativeResize="0"/>
          <p:nvPr/>
        </p:nvPicPr>
        <p:blipFill rotWithShape="1">
          <a:blip r:embed="rId3">
            <a:alphaModFix/>
          </a:blip>
          <a:srcRect t="787" r="23559" b="777"/>
          <a:stretch/>
        </p:blipFill>
        <p:spPr>
          <a:xfrm>
            <a:off x="7071038" y="4681109"/>
            <a:ext cx="743218" cy="2344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agenda dark">
  <p:cSld name="CUSTOM_4_1_5">
    <p:bg>
      <p:bgPr>
        <a:solidFill>
          <a:srgbClr val="353535"/>
        </a:solidFill>
        <a:effectLst/>
      </p:bgPr>
    </p:bg>
    <p:spTree>
      <p:nvGrpSpPr>
        <p:cNvPr id="1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268"/>
          <p:cNvSpPr txBox="1">
            <a:spLocks noGrp="1"/>
          </p:cNvSpPr>
          <p:nvPr>
            <p:ph type="body" idx="1"/>
          </p:nvPr>
        </p:nvSpPr>
        <p:spPr>
          <a:xfrm>
            <a:off x="6502425" y="1387106"/>
            <a:ext cx="1599000" cy="225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▸"/>
              <a:defRPr>
                <a:solidFill>
                  <a:srgbClr val="FFFFFF"/>
                </a:solidFill>
              </a:defRPr>
            </a:lvl1pPr>
            <a:lvl2pPr marL="914400" lvl="1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2pPr>
            <a:lvl3pPr marL="1371600" lvl="2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3pPr>
            <a:lvl4pPr marL="1828800" lvl="3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4pPr>
            <a:lvl5pPr marL="2286000" lvl="4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5pPr>
            <a:lvl6pPr marL="2743200" lvl="5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6pPr>
            <a:lvl7pPr marL="3200400" lvl="6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7pPr>
            <a:lvl8pPr marL="3657600" lvl="7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8pPr>
            <a:lvl9pPr marL="4114800" lvl="8" indent="-29845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459" name="Google Shape;2459;p268"/>
          <p:cNvSpPr txBox="1">
            <a:spLocks noGrp="1"/>
          </p:cNvSpPr>
          <p:nvPr>
            <p:ph type="body" idx="2"/>
          </p:nvPr>
        </p:nvSpPr>
        <p:spPr>
          <a:xfrm>
            <a:off x="4281525" y="1387106"/>
            <a:ext cx="1599000" cy="225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▸"/>
              <a:defRPr>
                <a:solidFill>
                  <a:srgbClr val="FFFFFF"/>
                </a:solidFill>
              </a:defRPr>
            </a:lvl1pPr>
            <a:lvl2pPr marL="914400" lvl="1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2pPr>
            <a:lvl3pPr marL="1371600" lvl="2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3pPr>
            <a:lvl4pPr marL="1828800" lvl="3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4pPr>
            <a:lvl5pPr marL="2286000" lvl="4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5pPr>
            <a:lvl6pPr marL="2743200" lvl="5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6pPr>
            <a:lvl7pPr marL="3200400" lvl="6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7pPr>
            <a:lvl8pPr marL="3657600" lvl="7" indent="-298450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8pPr>
            <a:lvl9pPr marL="4114800" lvl="8" indent="-298450" rtl="0">
              <a:lnSpc>
                <a:spcPct val="115000"/>
              </a:lnSpc>
              <a:spcBef>
                <a:spcPts val="1500"/>
              </a:spcBef>
              <a:spcAft>
                <a:spcPts val="1500"/>
              </a:spcAft>
              <a:buClr>
                <a:srgbClr val="FFFFFF"/>
              </a:buClr>
              <a:buSzPts val="1100"/>
              <a:buChar char="･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460" name="Google Shape;2460;p268"/>
          <p:cNvSpPr txBox="1">
            <a:spLocks noGrp="1"/>
          </p:cNvSpPr>
          <p:nvPr>
            <p:ph type="title"/>
          </p:nvPr>
        </p:nvSpPr>
        <p:spPr>
          <a:xfrm>
            <a:off x="675206" y="1302325"/>
            <a:ext cx="2914500" cy="2023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sz="36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cxnSp>
        <p:nvCxnSpPr>
          <p:cNvPr id="2461" name="Google Shape;2461;p268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62" name="Google Shape;2462;p268"/>
          <p:cNvSpPr txBox="1">
            <a:spLocks noGrp="1"/>
          </p:cNvSpPr>
          <p:nvPr>
            <p:ph type="subTitle" idx="3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 Medium"/>
              <a:buNone/>
              <a:defRPr sz="800">
                <a:solidFill>
                  <a:schemeClr val="l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Text Medium"/>
              <a:buNone/>
              <a:defRPr sz="8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2463" name="Google Shape;2463;p268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464" name="Google Shape;2464;p2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033460" y="4734378"/>
            <a:ext cx="731888" cy="172209"/>
          </a:xfrm>
          <a:prstGeom prst="rect">
            <a:avLst/>
          </a:prstGeom>
          <a:noFill/>
          <a:ln>
            <a:noFill/>
          </a:ln>
        </p:spPr>
      </p:pic>
      <p:sp>
        <p:nvSpPr>
          <p:cNvPr id="2465" name="Google Shape;2465;p268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solidFill>
                  <a:schemeClr val="l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6" name="Google Shape;2466;p268"/>
          <p:cNvSpPr txBox="1">
            <a:spLocks noGrp="1"/>
          </p:cNvSpPr>
          <p:nvPr>
            <p:ph type="subTitle" idx="4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white 2 7">
  <p:cSld name="CUSTOM_4_1_6">
    <p:spTree>
      <p:nvGrpSpPr>
        <p:cNvPr id="1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68" name="Google Shape;2468;p269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69" name="Google Shape;2469;p269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rgbClr val="EE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470" name="Google Shape;2470;p269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59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 5">
  <p:cSld name="CUSTOM_4_21_4">
    <p:spTree>
      <p:nvGrpSpPr>
        <p:cNvPr id="1" name="Shape 2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2" name="Google Shape;2472;p270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225" tIns="68575" rIns="68575" bIns="6857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2473" name="Google Shape;2473;p270"/>
          <p:cNvSpPr txBox="1">
            <a:spLocks noGrp="1"/>
          </p:cNvSpPr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cxnSp>
        <p:nvCxnSpPr>
          <p:cNvPr id="2474" name="Google Shape;2474;p270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75" name="Google Shape;2475;p270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76" name="Google Shape;2476;p270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 rtl="0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77" name="Google Shape;2477;p270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2478" name="Google Shape;2478;p270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38">
  <p:cSld name="CUSTOM_4_116">
    <p:spTree>
      <p:nvGrpSpPr>
        <p:cNvPr id="1" name="Shape 2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0" name="Google Shape;2480;p271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Text Medium"/>
              <a:buNone/>
              <a:defRPr sz="80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cxnSp>
        <p:nvCxnSpPr>
          <p:cNvPr id="2481" name="Google Shape;2481;p271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2" name="Google Shape;2482;p271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83" name="Google Shape;2483;p271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84" name="Google Shape;2484;p271"/>
          <p:cNvPicPr preferRelativeResize="0"/>
          <p:nvPr/>
        </p:nvPicPr>
        <p:blipFill rotWithShape="1">
          <a:blip r:embed="rId2">
            <a:alphaModFix/>
          </a:blip>
          <a:srcRect t="327" b="317"/>
          <a:stretch/>
        </p:blipFill>
        <p:spPr>
          <a:xfrm>
            <a:off x="8033460" y="4734938"/>
            <a:ext cx="731888" cy="171091"/>
          </a:xfrm>
          <a:prstGeom prst="rect">
            <a:avLst/>
          </a:prstGeom>
          <a:noFill/>
          <a:ln>
            <a:noFill/>
          </a:ln>
        </p:spPr>
      </p:pic>
      <p:sp>
        <p:nvSpPr>
          <p:cNvPr id="2485" name="Google Shape;2485;p271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86" name="Google Shape;2486;p271"/>
          <p:cNvSpPr txBox="1">
            <a:spLocks noGrp="1"/>
          </p:cNvSpPr>
          <p:nvPr>
            <p:ph type="title"/>
          </p:nvPr>
        </p:nvSpPr>
        <p:spPr>
          <a:xfrm>
            <a:off x="663788" y="825263"/>
            <a:ext cx="7816500" cy="41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>
            <a:endParaRPr/>
          </a:p>
        </p:txBody>
      </p:sp>
      <p:sp>
        <p:nvSpPr>
          <p:cNvPr id="2487" name="Google Shape;2487;p271"/>
          <p:cNvSpPr txBox="1">
            <a:spLocks noGrp="1"/>
          </p:cNvSpPr>
          <p:nvPr>
            <p:ph type="subTitle" idx="3"/>
          </p:nvPr>
        </p:nvSpPr>
        <p:spPr>
          <a:xfrm>
            <a:off x="663844" y="1240163"/>
            <a:ext cx="7816500" cy="21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None/>
              <a:defRPr sz="1400">
                <a:solidFill>
                  <a:schemeClr val="accent1"/>
                </a:solidFill>
              </a:defRPr>
            </a:lvl8pPr>
            <a:lvl9pPr lvl="8" algn="ctr">
              <a:spcBef>
                <a:spcPts val="400"/>
              </a:spcBef>
              <a:spcAft>
                <a:spcPts val="400"/>
              </a:spcAft>
              <a:buNone/>
              <a:defRPr sz="1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blank 1 1">
  <p:cSld name="CUSTOM_4_18_1_1">
    <p:bg>
      <p:bgPr>
        <a:solidFill>
          <a:schemeClr val="lt1"/>
        </a:solidFill>
        <a:effectLst/>
      </p:bgPr>
    </p:bg>
    <p:spTree>
      <p:nvGrpSpPr>
        <p:cNvPr id="1" name="Shape 2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9" name="Google Shape;2489;p272"/>
          <p:cNvSpPr txBox="1">
            <a:spLocks noGrp="1"/>
          </p:cNvSpPr>
          <p:nvPr>
            <p:ph type="subTitle" idx="1"/>
          </p:nvPr>
        </p:nvSpPr>
        <p:spPr>
          <a:xfrm>
            <a:off x="335831" y="41580"/>
            <a:ext cx="3861600" cy="612300"/>
          </a:xfrm>
          <a:prstGeom prst="rect">
            <a:avLst/>
          </a:prstGeom>
        </p:spPr>
        <p:txBody>
          <a:bodyPr spcFirstLastPara="1" wrap="square" lIns="329175" tIns="68575" rIns="68575" bIns="6857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Red Hat Display Medium"/>
              <a:buNone/>
              <a:defRPr sz="800">
                <a:solidFill>
                  <a:schemeClr val="accent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9pPr>
          </a:lstStyle>
          <a:p>
            <a:endParaRPr/>
          </a:p>
        </p:txBody>
      </p:sp>
      <p:cxnSp>
        <p:nvCxnSpPr>
          <p:cNvPr id="2490" name="Google Shape;2490;p272"/>
          <p:cNvCxnSpPr/>
          <p:nvPr/>
        </p:nvCxnSpPr>
        <p:spPr>
          <a:xfrm rot="10800000">
            <a:off x="335831" y="150"/>
            <a:ext cx="0" cy="6648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91" name="Google Shape;2491;p272"/>
          <p:cNvCxnSpPr/>
          <p:nvPr/>
        </p:nvCxnSpPr>
        <p:spPr>
          <a:xfrm rot="10800000">
            <a:off x="335825" y="4801200"/>
            <a:ext cx="0" cy="342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2" name="Google Shape;2492;p272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00" cy="1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ctr">
              <a:buNone/>
              <a:defRPr sz="600"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3" name="Google Shape;2493;p272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00" cy="42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pic>
        <p:nvPicPr>
          <p:cNvPr id="2494" name="Google Shape;2494;p2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909333" y="4660331"/>
            <a:ext cx="858972" cy="2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rior title 2">
  <p:cSld name="1_Interior title 2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subTitle" idx="1"/>
          </p:nvPr>
        </p:nvSpPr>
        <p:spPr>
          <a:xfrm>
            <a:off x="335831" y="41581"/>
            <a:ext cx="3861675" cy="612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38900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Red Hat Text Medium"/>
              <a:buNone/>
              <a:defRPr sz="750">
                <a:solidFill>
                  <a:schemeClr val="accent1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title"/>
          </p:nvPr>
        </p:nvSpPr>
        <p:spPr>
          <a:xfrm>
            <a:off x="663788" y="425213"/>
            <a:ext cx="78165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  <a:defRPr sz="1950"/>
            </a:lvl1pPr>
            <a:lvl2pPr lvl="1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950"/>
            </a:lvl2pPr>
            <a:lvl3pPr lvl="2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950"/>
            </a:lvl3pPr>
            <a:lvl4pPr lvl="3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950"/>
            </a:lvl4pPr>
            <a:lvl5pPr lvl="4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950"/>
            </a:lvl5pPr>
            <a:lvl6pPr lvl="5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950"/>
            </a:lvl6pPr>
            <a:lvl7pPr lvl="6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950"/>
            </a:lvl7pPr>
            <a:lvl8pPr lvl="7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950"/>
            </a:lvl8pPr>
            <a:lvl9pPr lvl="8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1950"/>
            </a:lvl9pPr>
          </a:lstStyle>
          <a:p>
            <a:endParaRPr/>
          </a:p>
        </p:txBody>
      </p:sp>
      <p:cxnSp>
        <p:nvCxnSpPr>
          <p:cNvPr id="44" name="Google Shape;44;p19"/>
          <p:cNvCxnSpPr/>
          <p:nvPr/>
        </p:nvCxnSpPr>
        <p:spPr>
          <a:xfrm rot="10800000">
            <a:off x="335831" y="75"/>
            <a:ext cx="0" cy="664875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19"/>
          <p:cNvCxnSpPr/>
          <p:nvPr/>
        </p:nvCxnSpPr>
        <p:spPr>
          <a:xfrm rot="10800000">
            <a:off x="335825" y="4801050"/>
            <a:ext cx="0" cy="34245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19"/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75" cy="10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Red Hat Text Medium"/>
              <a:buNone/>
              <a:defRPr sz="600" b="0" i="0" u="none" strike="noStrike" cap="none">
                <a:solidFill>
                  <a:srgbClr val="888888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Red Hat Text Medium"/>
              <a:buNone/>
              <a:defRPr sz="600" b="0" i="0" u="none" strike="noStrike" cap="none">
                <a:solidFill>
                  <a:srgbClr val="888888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Red Hat Text Medium"/>
              <a:buNone/>
              <a:defRPr sz="600" b="0" i="0" u="none" strike="noStrike" cap="none">
                <a:solidFill>
                  <a:srgbClr val="888888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Red Hat Text Medium"/>
              <a:buNone/>
              <a:defRPr sz="600" b="0" i="0" u="none" strike="noStrike" cap="none">
                <a:solidFill>
                  <a:srgbClr val="888888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Red Hat Text Medium"/>
              <a:buNone/>
              <a:defRPr sz="600" b="0" i="0" u="none" strike="noStrike" cap="none">
                <a:solidFill>
                  <a:srgbClr val="888888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Red Hat Text Medium"/>
              <a:buNone/>
              <a:defRPr sz="600" b="0" i="0" u="none" strike="noStrike" cap="none">
                <a:solidFill>
                  <a:srgbClr val="888888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Red Hat Text Medium"/>
              <a:buNone/>
              <a:defRPr sz="600" b="0" i="0" u="none" strike="noStrike" cap="none">
                <a:solidFill>
                  <a:srgbClr val="888888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Red Hat Text Medium"/>
              <a:buNone/>
              <a:defRPr sz="600" b="0" i="0" u="none" strike="noStrike" cap="none">
                <a:solidFill>
                  <a:srgbClr val="888888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Red Hat Text Medium"/>
              <a:buNone/>
              <a:defRPr sz="600" b="0" i="0" u="none" strike="noStrike" cap="none">
                <a:solidFill>
                  <a:srgbClr val="888888"/>
                </a:solidFill>
                <a:latin typeface="Red Hat Text Medium"/>
                <a:ea typeface="Red Hat Text Medium"/>
                <a:cs typeface="Red Hat Text Medium"/>
                <a:sym typeface="Red Hat Text Medium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47" name="Google Shape;47;p19"/>
          <p:cNvPicPr preferRelativeResize="0"/>
          <p:nvPr/>
        </p:nvPicPr>
        <p:blipFill rotWithShape="1">
          <a:blip r:embed="rId2">
            <a:alphaModFix/>
          </a:blip>
          <a:srcRect t="327" b="316"/>
          <a:stretch/>
        </p:blipFill>
        <p:spPr>
          <a:xfrm>
            <a:off x="8033459" y="4734938"/>
            <a:ext cx="731705" cy="17104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9"/>
          <p:cNvSpPr txBox="1">
            <a:spLocks noGrp="1"/>
          </p:cNvSpPr>
          <p:nvPr>
            <p:ph type="subTitle" idx="2"/>
          </p:nvPr>
        </p:nvSpPr>
        <p:spPr>
          <a:xfrm>
            <a:off x="663788" y="4627163"/>
            <a:ext cx="6001875" cy="419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675">
                <a:solidFill>
                  <a:schemeClr val="dk1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600">
                <a:solidFill>
                  <a:schemeClr val="dk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600">
                <a:solidFill>
                  <a:schemeClr val="dk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600">
                <a:solidFill>
                  <a:schemeClr val="dk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600">
                <a:solidFill>
                  <a:schemeClr val="dk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600">
                <a:solidFill>
                  <a:schemeClr val="dk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600">
                <a:solidFill>
                  <a:schemeClr val="dk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600">
                <a:solidFill>
                  <a:schemeClr val="dk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4579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17" Type="http://schemas.openxmlformats.org/officeDocument/2006/relationships/slideLayout" Target="../slideLayouts/slideLayout130.xml"/><Relationship Id="rId21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76.xml"/><Relationship Id="rId84" Type="http://schemas.openxmlformats.org/officeDocument/2006/relationships/slideLayout" Target="../slideLayouts/slideLayout97.xml"/><Relationship Id="rId138" Type="http://schemas.openxmlformats.org/officeDocument/2006/relationships/slideLayout" Target="../slideLayouts/slideLayout151.xml"/><Relationship Id="rId159" Type="http://schemas.openxmlformats.org/officeDocument/2006/relationships/slideLayout" Target="../slideLayouts/slideLayout172.xml"/><Relationship Id="rId170" Type="http://schemas.openxmlformats.org/officeDocument/2006/relationships/slideLayout" Target="../slideLayouts/slideLayout183.xml"/><Relationship Id="rId191" Type="http://schemas.openxmlformats.org/officeDocument/2006/relationships/slideLayout" Target="../slideLayouts/slideLayout204.xml"/><Relationship Id="rId205" Type="http://schemas.openxmlformats.org/officeDocument/2006/relationships/slideLayout" Target="../slideLayouts/slideLayout218.xml"/><Relationship Id="rId226" Type="http://schemas.openxmlformats.org/officeDocument/2006/relationships/slideLayout" Target="../slideLayouts/slideLayout239.xml"/><Relationship Id="rId247" Type="http://schemas.openxmlformats.org/officeDocument/2006/relationships/slideLayout" Target="../slideLayouts/slideLayout260.xml"/><Relationship Id="rId107" Type="http://schemas.openxmlformats.org/officeDocument/2006/relationships/slideLayout" Target="../slideLayouts/slideLayout120.xml"/><Relationship Id="rId11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87.xml"/><Relationship Id="rId128" Type="http://schemas.openxmlformats.org/officeDocument/2006/relationships/slideLayout" Target="../slideLayouts/slideLayout141.xml"/><Relationship Id="rId149" Type="http://schemas.openxmlformats.org/officeDocument/2006/relationships/slideLayout" Target="../slideLayouts/slideLayout162.xml"/><Relationship Id="rId5" Type="http://schemas.openxmlformats.org/officeDocument/2006/relationships/slideLayout" Target="../slideLayouts/slideLayout18.xml"/><Relationship Id="rId95" Type="http://schemas.openxmlformats.org/officeDocument/2006/relationships/slideLayout" Target="../slideLayouts/slideLayout108.xml"/><Relationship Id="rId160" Type="http://schemas.openxmlformats.org/officeDocument/2006/relationships/slideLayout" Target="../slideLayouts/slideLayout173.xml"/><Relationship Id="rId181" Type="http://schemas.openxmlformats.org/officeDocument/2006/relationships/slideLayout" Target="../slideLayouts/slideLayout194.xml"/><Relationship Id="rId216" Type="http://schemas.openxmlformats.org/officeDocument/2006/relationships/slideLayout" Target="../slideLayouts/slideLayout229.xml"/><Relationship Id="rId237" Type="http://schemas.openxmlformats.org/officeDocument/2006/relationships/slideLayout" Target="../slideLayouts/slideLayout250.xml"/><Relationship Id="rId258" Type="http://schemas.openxmlformats.org/officeDocument/2006/relationships/theme" Target="../theme/theme2.xml"/><Relationship Id="rId22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77.xml"/><Relationship Id="rId118" Type="http://schemas.openxmlformats.org/officeDocument/2006/relationships/slideLayout" Target="../slideLayouts/slideLayout131.xml"/><Relationship Id="rId139" Type="http://schemas.openxmlformats.org/officeDocument/2006/relationships/slideLayout" Target="../slideLayouts/slideLayout152.xml"/><Relationship Id="rId85" Type="http://schemas.openxmlformats.org/officeDocument/2006/relationships/slideLayout" Target="../slideLayouts/slideLayout98.xml"/><Relationship Id="rId150" Type="http://schemas.openxmlformats.org/officeDocument/2006/relationships/slideLayout" Target="../slideLayouts/slideLayout163.xml"/><Relationship Id="rId171" Type="http://schemas.openxmlformats.org/officeDocument/2006/relationships/slideLayout" Target="../slideLayouts/slideLayout184.xml"/><Relationship Id="rId192" Type="http://schemas.openxmlformats.org/officeDocument/2006/relationships/slideLayout" Target="../slideLayouts/slideLayout205.xml"/><Relationship Id="rId206" Type="http://schemas.openxmlformats.org/officeDocument/2006/relationships/slideLayout" Target="../slideLayouts/slideLayout219.xml"/><Relationship Id="rId227" Type="http://schemas.openxmlformats.org/officeDocument/2006/relationships/slideLayout" Target="../slideLayouts/slideLayout240.xml"/><Relationship Id="rId248" Type="http://schemas.openxmlformats.org/officeDocument/2006/relationships/slideLayout" Target="../slideLayouts/slideLayout261.xml"/><Relationship Id="rId12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46.xml"/><Relationship Id="rId108" Type="http://schemas.openxmlformats.org/officeDocument/2006/relationships/slideLayout" Target="../slideLayouts/slideLayout121.xml"/><Relationship Id="rId129" Type="http://schemas.openxmlformats.org/officeDocument/2006/relationships/slideLayout" Target="../slideLayouts/slideLayout142.xml"/><Relationship Id="rId54" Type="http://schemas.openxmlformats.org/officeDocument/2006/relationships/slideLayout" Target="../slideLayouts/slideLayout67.xml"/><Relationship Id="rId75" Type="http://schemas.openxmlformats.org/officeDocument/2006/relationships/slideLayout" Target="../slideLayouts/slideLayout88.xml"/><Relationship Id="rId96" Type="http://schemas.openxmlformats.org/officeDocument/2006/relationships/slideLayout" Target="../slideLayouts/slideLayout109.xml"/><Relationship Id="rId140" Type="http://schemas.openxmlformats.org/officeDocument/2006/relationships/slideLayout" Target="../slideLayouts/slideLayout153.xml"/><Relationship Id="rId161" Type="http://schemas.openxmlformats.org/officeDocument/2006/relationships/slideLayout" Target="../slideLayouts/slideLayout174.xml"/><Relationship Id="rId182" Type="http://schemas.openxmlformats.org/officeDocument/2006/relationships/slideLayout" Target="../slideLayouts/slideLayout195.xml"/><Relationship Id="rId217" Type="http://schemas.openxmlformats.org/officeDocument/2006/relationships/slideLayout" Target="../slideLayouts/slideLayout230.xml"/><Relationship Id="rId6" Type="http://schemas.openxmlformats.org/officeDocument/2006/relationships/slideLayout" Target="../slideLayouts/slideLayout19.xml"/><Relationship Id="rId238" Type="http://schemas.openxmlformats.org/officeDocument/2006/relationships/slideLayout" Target="../slideLayouts/slideLayout251.xml"/><Relationship Id="rId23" Type="http://schemas.openxmlformats.org/officeDocument/2006/relationships/slideLayout" Target="../slideLayouts/slideLayout36.xml"/><Relationship Id="rId119" Type="http://schemas.openxmlformats.org/officeDocument/2006/relationships/slideLayout" Target="../slideLayouts/slideLayout132.xml"/><Relationship Id="rId44" Type="http://schemas.openxmlformats.org/officeDocument/2006/relationships/slideLayout" Target="../slideLayouts/slideLayout57.xml"/><Relationship Id="rId65" Type="http://schemas.openxmlformats.org/officeDocument/2006/relationships/slideLayout" Target="../slideLayouts/slideLayout78.xml"/><Relationship Id="rId86" Type="http://schemas.openxmlformats.org/officeDocument/2006/relationships/slideLayout" Target="../slideLayouts/slideLayout99.xml"/><Relationship Id="rId130" Type="http://schemas.openxmlformats.org/officeDocument/2006/relationships/slideLayout" Target="../slideLayouts/slideLayout143.xml"/><Relationship Id="rId151" Type="http://schemas.openxmlformats.org/officeDocument/2006/relationships/slideLayout" Target="../slideLayouts/slideLayout164.xml"/><Relationship Id="rId172" Type="http://schemas.openxmlformats.org/officeDocument/2006/relationships/slideLayout" Target="../slideLayouts/slideLayout185.xml"/><Relationship Id="rId193" Type="http://schemas.openxmlformats.org/officeDocument/2006/relationships/slideLayout" Target="../slideLayouts/slideLayout206.xml"/><Relationship Id="rId207" Type="http://schemas.openxmlformats.org/officeDocument/2006/relationships/slideLayout" Target="../slideLayouts/slideLayout220.xml"/><Relationship Id="rId228" Type="http://schemas.openxmlformats.org/officeDocument/2006/relationships/slideLayout" Target="../slideLayouts/slideLayout241.xml"/><Relationship Id="rId249" Type="http://schemas.openxmlformats.org/officeDocument/2006/relationships/slideLayout" Target="../slideLayouts/slideLayout262.xml"/><Relationship Id="rId13" Type="http://schemas.openxmlformats.org/officeDocument/2006/relationships/slideLayout" Target="../slideLayouts/slideLayout26.xml"/><Relationship Id="rId109" Type="http://schemas.openxmlformats.org/officeDocument/2006/relationships/slideLayout" Target="../slideLayouts/slideLayout122.xml"/><Relationship Id="rId34" Type="http://schemas.openxmlformats.org/officeDocument/2006/relationships/slideLayout" Target="../slideLayouts/slideLayout47.xml"/><Relationship Id="rId55" Type="http://schemas.openxmlformats.org/officeDocument/2006/relationships/slideLayout" Target="../slideLayouts/slideLayout68.xml"/><Relationship Id="rId76" Type="http://schemas.openxmlformats.org/officeDocument/2006/relationships/slideLayout" Target="../slideLayouts/slideLayout89.xml"/><Relationship Id="rId97" Type="http://schemas.openxmlformats.org/officeDocument/2006/relationships/slideLayout" Target="../slideLayouts/slideLayout110.xml"/><Relationship Id="rId120" Type="http://schemas.openxmlformats.org/officeDocument/2006/relationships/slideLayout" Target="../slideLayouts/slideLayout133.xml"/><Relationship Id="rId141" Type="http://schemas.openxmlformats.org/officeDocument/2006/relationships/slideLayout" Target="../slideLayouts/slideLayout154.xml"/><Relationship Id="rId7" Type="http://schemas.openxmlformats.org/officeDocument/2006/relationships/slideLayout" Target="../slideLayouts/slideLayout20.xml"/><Relationship Id="rId162" Type="http://schemas.openxmlformats.org/officeDocument/2006/relationships/slideLayout" Target="../slideLayouts/slideLayout175.xml"/><Relationship Id="rId183" Type="http://schemas.openxmlformats.org/officeDocument/2006/relationships/slideLayout" Target="../slideLayouts/slideLayout196.xml"/><Relationship Id="rId218" Type="http://schemas.openxmlformats.org/officeDocument/2006/relationships/slideLayout" Target="../slideLayouts/slideLayout231.xml"/><Relationship Id="rId239" Type="http://schemas.openxmlformats.org/officeDocument/2006/relationships/slideLayout" Target="../slideLayouts/slideLayout252.xml"/><Relationship Id="rId250" Type="http://schemas.openxmlformats.org/officeDocument/2006/relationships/slideLayout" Target="../slideLayouts/slideLayout263.xml"/><Relationship Id="rId24" Type="http://schemas.openxmlformats.org/officeDocument/2006/relationships/slideLayout" Target="../slideLayouts/slideLayout37.xml"/><Relationship Id="rId45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79.xml"/><Relationship Id="rId87" Type="http://schemas.openxmlformats.org/officeDocument/2006/relationships/slideLayout" Target="../slideLayouts/slideLayout100.xml"/><Relationship Id="rId110" Type="http://schemas.openxmlformats.org/officeDocument/2006/relationships/slideLayout" Target="../slideLayouts/slideLayout123.xml"/><Relationship Id="rId131" Type="http://schemas.openxmlformats.org/officeDocument/2006/relationships/slideLayout" Target="../slideLayouts/slideLayout144.xml"/><Relationship Id="rId152" Type="http://schemas.openxmlformats.org/officeDocument/2006/relationships/slideLayout" Target="../slideLayouts/slideLayout165.xml"/><Relationship Id="rId173" Type="http://schemas.openxmlformats.org/officeDocument/2006/relationships/slideLayout" Target="../slideLayouts/slideLayout186.xml"/><Relationship Id="rId194" Type="http://schemas.openxmlformats.org/officeDocument/2006/relationships/slideLayout" Target="../slideLayouts/slideLayout207.xml"/><Relationship Id="rId208" Type="http://schemas.openxmlformats.org/officeDocument/2006/relationships/slideLayout" Target="../slideLayouts/slideLayout221.xml"/><Relationship Id="rId229" Type="http://schemas.openxmlformats.org/officeDocument/2006/relationships/slideLayout" Target="../slideLayouts/slideLayout242.xml"/><Relationship Id="rId240" Type="http://schemas.openxmlformats.org/officeDocument/2006/relationships/slideLayout" Target="../slideLayouts/slideLayout253.xml"/><Relationship Id="rId14" Type="http://schemas.openxmlformats.org/officeDocument/2006/relationships/slideLayout" Target="../slideLayouts/slideLayout27.xml"/><Relationship Id="rId35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90.xml"/><Relationship Id="rId100" Type="http://schemas.openxmlformats.org/officeDocument/2006/relationships/slideLayout" Target="../slideLayouts/slideLayout113.xml"/><Relationship Id="rId8" Type="http://schemas.openxmlformats.org/officeDocument/2006/relationships/slideLayout" Target="../slideLayouts/slideLayout21.xml"/><Relationship Id="rId98" Type="http://schemas.openxmlformats.org/officeDocument/2006/relationships/slideLayout" Target="../slideLayouts/slideLayout111.xml"/><Relationship Id="rId121" Type="http://schemas.openxmlformats.org/officeDocument/2006/relationships/slideLayout" Target="../slideLayouts/slideLayout134.xml"/><Relationship Id="rId142" Type="http://schemas.openxmlformats.org/officeDocument/2006/relationships/slideLayout" Target="../slideLayouts/slideLayout155.xml"/><Relationship Id="rId163" Type="http://schemas.openxmlformats.org/officeDocument/2006/relationships/slideLayout" Target="../slideLayouts/slideLayout176.xml"/><Relationship Id="rId184" Type="http://schemas.openxmlformats.org/officeDocument/2006/relationships/slideLayout" Target="../slideLayouts/slideLayout197.xml"/><Relationship Id="rId219" Type="http://schemas.openxmlformats.org/officeDocument/2006/relationships/slideLayout" Target="../slideLayouts/slideLayout232.xml"/><Relationship Id="rId230" Type="http://schemas.openxmlformats.org/officeDocument/2006/relationships/slideLayout" Target="../slideLayouts/slideLayout243.xml"/><Relationship Id="rId251" Type="http://schemas.openxmlformats.org/officeDocument/2006/relationships/slideLayout" Target="../slideLayouts/slideLayout264.xml"/><Relationship Id="rId25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80.xml"/><Relationship Id="rId88" Type="http://schemas.openxmlformats.org/officeDocument/2006/relationships/slideLayout" Target="../slideLayouts/slideLayout101.xml"/><Relationship Id="rId111" Type="http://schemas.openxmlformats.org/officeDocument/2006/relationships/slideLayout" Target="../slideLayouts/slideLayout124.xml"/><Relationship Id="rId132" Type="http://schemas.openxmlformats.org/officeDocument/2006/relationships/slideLayout" Target="../slideLayouts/slideLayout145.xml"/><Relationship Id="rId153" Type="http://schemas.openxmlformats.org/officeDocument/2006/relationships/slideLayout" Target="../slideLayouts/slideLayout166.xml"/><Relationship Id="rId174" Type="http://schemas.openxmlformats.org/officeDocument/2006/relationships/slideLayout" Target="../slideLayouts/slideLayout187.xml"/><Relationship Id="rId195" Type="http://schemas.openxmlformats.org/officeDocument/2006/relationships/slideLayout" Target="../slideLayouts/slideLayout208.xml"/><Relationship Id="rId209" Type="http://schemas.openxmlformats.org/officeDocument/2006/relationships/slideLayout" Target="../slideLayouts/slideLayout222.xml"/><Relationship Id="rId220" Type="http://schemas.openxmlformats.org/officeDocument/2006/relationships/slideLayout" Target="../slideLayouts/slideLayout233.xml"/><Relationship Id="rId241" Type="http://schemas.openxmlformats.org/officeDocument/2006/relationships/slideLayout" Target="../slideLayouts/slideLayout254.xml"/><Relationship Id="rId15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70.xml"/><Relationship Id="rId78" Type="http://schemas.openxmlformats.org/officeDocument/2006/relationships/slideLayout" Target="../slideLayouts/slideLayout91.xml"/><Relationship Id="rId99" Type="http://schemas.openxmlformats.org/officeDocument/2006/relationships/slideLayout" Target="../slideLayouts/slideLayout112.xml"/><Relationship Id="rId101" Type="http://schemas.openxmlformats.org/officeDocument/2006/relationships/slideLayout" Target="../slideLayouts/slideLayout114.xml"/><Relationship Id="rId122" Type="http://schemas.openxmlformats.org/officeDocument/2006/relationships/slideLayout" Target="../slideLayouts/slideLayout135.xml"/><Relationship Id="rId143" Type="http://schemas.openxmlformats.org/officeDocument/2006/relationships/slideLayout" Target="../slideLayouts/slideLayout156.xml"/><Relationship Id="rId164" Type="http://schemas.openxmlformats.org/officeDocument/2006/relationships/slideLayout" Target="../slideLayouts/slideLayout177.xml"/><Relationship Id="rId185" Type="http://schemas.openxmlformats.org/officeDocument/2006/relationships/slideLayout" Target="../slideLayouts/slideLayout198.xml"/><Relationship Id="rId9" Type="http://schemas.openxmlformats.org/officeDocument/2006/relationships/slideLayout" Target="../slideLayouts/slideLayout22.xml"/><Relationship Id="rId210" Type="http://schemas.openxmlformats.org/officeDocument/2006/relationships/slideLayout" Target="../slideLayouts/slideLayout223.xml"/><Relationship Id="rId26" Type="http://schemas.openxmlformats.org/officeDocument/2006/relationships/slideLayout" Target="../slideLayouts/slideLayout39.xml"/><Relationship Id="rId231" Type="http://schemas.openxmlformats.org/officeDocument/2006/relationships/slideLayout" Target="../slideLayouts/slideLayout244.xml"/><Relationship Id="rId252" Type="http://schemas.openxmlformats.org/officeDocument/2006/relationships/slideLayout" Target="../slideLayouts/slideLayout265.xml"/><Relationship Id="rId47" Type="http://schemas.openxmlformats.org/officeDocument/2006/relationships/slideLayout" Target="../slideLayouts/slideLayout60.xml"/><Relationship Id="rId68" Type="http://schemas.openxmlformats.org/officeDocument/2006/relationships/slideLayout" Target="../slideLayouts/slideLayout81.xml"/><Relationship Id="rId89" Type="http://schemas.openxmlformats.org/officeDocument/2006/relationships/slideLayout" Target="../slideLayouts/slideLayout102.xml"/><Relationship Id="rId112" Type="http://schemas.openxmlformats.org/officeDocument/2006/relationships/slideLayout" Target="../slideLayouts/slideLayout125.xml"/><Relationship Id="rId133" Type="http://schemas.openxmlformats.org/officeDocument/2006/relationships/slideLayout" Target="../slideLayouts/slideLayout146.xml"/><Relationship Id="rId154" Type="http://schemas.openxmlformats.org/officeDocument/2006/relationships/slideLayout" Target="../slideLayouts/slideLayout167.xml"/><Relationship Id="rId175" Type="http://schemas.openxmlformats.org/officeDocument/2006/relationships/slideLayout" Target="../slideLayouts/slideLayout188.xml"/><Relationship Id="rId196" Type="http://schemas.openxmlformats.org/officeDocument/2006/relationships/slideLayout" Target="../slideLayouts/slideLayout209.xml"/><Relationship Id="rId200" Type="http://schemas.openxmlformats.org/officeDocument/2006/relationships/slideLayout" Target="../slideLayouts/slideLayout213.xml"/><Relationship Id="rId16" Type="http://schemas.openxmlformats.org/officeDocument/2006/relationships/slideLayout" Target="../slideLayouts/slideLayout29.xml"/><Relationship Id="rId221" Type="http://schemas.openxmlformats.org/officeDocument/2006/relationships/slideLayout" Target="../slideLayouts/slideLayout234.xml"/><Relationship Id="rId242" Type="http://schemas.openxmlformats.org/officeDocument/2006/relationships/slideLayout" Target="../slideLayouts/slideLayout255.xml"/><Relationship Id="rId37" Type="http://schemas.openxmlformats.org/officeDocument/2006/relationships/slideLayout" Target="../slideLayouts/slideLayout50.xml"/><Relationship Id="rId58" Type="http://schemas.openxmlformats.org/officeDocument/2006/relationships/slideLayout" Target="../slideLayouts/slideLayout71.xml"/><Relationship Id="rId79" Type="http://schemas.openxmlformats.org/officeDocument/2006/relationships/slideLayout" Target="../slideLayouts/slideLayout92.xml"/><Relationship Id="rId102" Type="http://schemas.openxmlformats.org/officeDocument/2006/relationships/slideLayout" Target="../slideLayouts/slideLayout115.xml"/><Relationship Id="rId123" Type="http://schemas.openxmlformats.org/officeDocument/2006/relationships/slideLayout" Target="../slideLayouts/slideLayout136.xml"/><Relationship Id="rId144" Type="http://schemas.openxmlformats.org/officeDocument/2006/relationships/slideLayout" Target="../slideLayouts/slideLayout157.xml"/><Relationship Id="rId90" Type="http://schemas.openxmlformats.org/officeDocument/2006/relationships/slideLayout" Target="../slideLayouts/slideLayout103.xml"/><Relationship Id="rId165" Type="http://schemas.openxmlformats.org/officeDocument/2006/relationships/slideLayout" Target="../slideLayouts/slideLayout178.xml"/><Relationship Id="rId186" Type="http://schemas.openxmlformats.org/officeDocument/2006/relationships/slideLayout" Target="../slideLayouts/slideLayout199.xml"/><Relationship Id="rId211" Type="http://schemas.openxmlformats.org/officeDocument/2006/relationships/slideLayout" Target="../slideLayouts/slideLayout224.xml"/><Relationship Id="rId232" Type="http://schemas.openxmlformats.org/officeDocument/2006/relationships/slideLayout" Target="../slideLayouts/slideLayout245.xml"/><Relationship Id="rId253" Type="http://schemas.openxmlformats.org/officeDocument/2006/relationships/slideLayout" Target="../slideLayouts/slideLayout266.xml"/><Relationship Id="rId27" Type="http://schemas.openxmlformats.org/officeDocument/2006/relationships/slideLayout" Target="../slideLayouts/slideLayout40.xml"/><Relationship Id="rId48" Type="http://schemas.openxmlformats.org/officeDocument/2006/relationships/slideLayout" Target="../slideLayouts/slideLayout61.xml"/><Relationship Id="rId69" Type="http://schemas.openxmlformats.org/officeDocument/2006/relationships/slideLayout" Target="../slideLayouts/slideLayout82.xml"/><Relationship Id="rId113" Type="http://schemas.openxmlformats.org/officeDocument/2006/relationships/slideLayout" Target="../slideLayouts/slideLayout126.xml"/><Relationship Id="rId134" Type="http://schemas.openxmlformats.org/officeDocument/2006/relationships/slideLayout" Target="../slideLayouts/slideLayout147.xml"/><Relationship Id="rId80" Type="http://schemas.openxmlformats.org/officeDocument/2006/relationships/slideLayout" Target="../slideLayouts/slideLayout93.xml"/><Relationship Id="rId155" Type="http://schemas.openxmlformats.org/officeDocument/2006/relationships/slideLayout" Target="../slideLayouts/slideLayout168.xml"/><Relationship Id="rId176" Type="http://schemas.openxmlformats.org/officeDocument/2006/relationships/slideLayout" Target="../slideLayouts/slideLayout189.xml"/><Relationship Id="rId197" Type="http://schemas.openxmlformats.org/officeDocument/2006/relationships/slideLayout" Target="../slideLayouts/slideLayout210.xml"/><Relationship Id="rId201" Type="http://schemas.openxmlformats.org/officeDocument/2006/relationships/slideLayout" Target="../slideLayouts/slideLayout214.xml"/><Relationship Id="rId222" Type="http://schemas.openxmlformats.org/officeDocument/2006/relationships/slideLayout" Target="../slideLayouts/slideLayout235.xml"/><Relationship Id="rId243" Type="http://schemas.openxmlformats.org/officeDocument/2006/relationships/slideLayout" Target="../slideLayouts/slideLayout256.xml"/><Relationship Id="rId17" Type="http://schemas.openxmlformats.org/officeDocument/2006/relationships/slideLayout" Target="../slideLayouts/slideLayout30.xml"/><Relationship Id="rId38" Type="http://schemas.openxmlformats.org/officeDocument/2006/relationships/slideLayout" Target="../slideLayouts/slideLayout51.xml"/><Relationship Id="rId59" Type="http://schemas.openxmlformats.org/officeDocument/2006/relationships/slideLayout" Target="../slideLayouts/slideLayout72.xml"/><Relationship Id="rId103" Type="http://schemas.openxmlformats.org/officeDocument/2006/relationships/slideLayout" Target="../slideLayouts/slideLayout116.xml"/><Relationship Id="rId124" Type="http://schemas.openxmlformats.org/officeDocument/2006/relationships/slideLayout" Target="../slideLayouts/slideLayout137.xml"/><Relationship Id="rId70" Type="http://schemas.openxmlformats.org/officeDocument/2006/relationships/slideLayout" Target="../slideLayouts/slideLayout83.xml"/><Relationship Id="rId91" Type="http://schemas.openxmlformats.org/officeDocument/2006/relationships/slideLayout" Target="../slideLayouts/slideLayout104.xml"/><Relationship Id="rId145" Type="http://schemas.openxmlformats.org/officeDocument/2006/relationships/slideLayout" Target="../slideLayouts/slideLayout158.xml"/><Relationship Id="rId166" Type="http://schemas.openxmlformats.org/officeDocument/2006/relationships/slideLayout" Target="../slideLayouts/slideLayout179.xml"/><Relationship Id="rId187" Type="http://schemas.openxmlformats.org/officeDocument/2006/relationships/slideLayout" Target="../slideLayouts/slideLayout200.xml"/><Relationship Id="rId1" Type="http://schemas.openxmlformats.org/officeDocument/2006/relationships/slideLayout" Target="../slideLayouts/slideLayout14.xml"/><Relationship Id="rId212" Type="http://schemas.openxmlformats.org/officeDocument/2006/relationships/slideLayout" Target="../slideLayouts/slideLayout225.xml"/><Relationship Id="rId233" Type="http://schemas.openxmlformats.org/officeDocument/2006/relationships/slideLayout" Target="../slideLayouts/slideLayout246.xml"/><Relationship Id="rId254" Type="http://schemas.openxmlformats.org/officeDocument/2006/relationships/slideLayout" Target="../slideLayouts/slideLayout267.xml"/><Relationship Id="rId28" Type="http://schemas.openxmlformats.org/officeDocument/2006/relationships/slideLayout" Target="../slideLayouts/slideLayout41.xml"/><Relationship Id="rId49" Type="http://schemas.openxmlformats.org/officeDocument/2006/relationships/slideLayout" Target="../slideLayouts/slideLayout62.xml"/><Relationship Id="rId114" Type="http://schemas.openxmlformats.org/officeDocument/2006/relationships/slideLayout" Target="../slideLayouts/slideLayout127.xml"/><Relationship Id="rId60" Type="http://schemas.openxmlformats.org/officeDocument/2006/relationships/slideLayout" Target="../slideLayouts/slideLayout73.xml"/><Relationship Id="rId81" Type="http://schemas.openxmlformats.org/officeDocument/2006/relationships/slideLayout" Target="../slideLayouts/slideLayout94.xml"/><Relationship Id="rId135" Type="http://schemas.openxmlformats.org/officeDocument/2006/relationships/slideLayout" Target="../slideLayouts/slideLayout148.xml"/><Relationship Id="rId156" Type="http://schemas.openxmlformats.org/officeDocument/2006/relationships/slideLayout" Target="../slideLayouts/slideLayout169.xml"/><Relationship Id="rId177" Type="http://schemas.openxmlformats.org/officeDocument/2006/relationships/slideLayout" Target="../slideLayouts/slideLayout190.xml"/><Relationship Id="rId198" Type="http://schemas.openxmlformats.org/officeDocument/2006/relationships/slideLayout" Target="../slideLayouts/slideLayout211.xml"/><Relationship Id="rId202" Type="http://schemas.openxmlformats.org/officeDocument/2006/relationships/slideLayout" Target="../slideLayouts/slideLayout215.xml"/><Relationship Id="rId223" Type="http://schemas.openxmlformats.org/officeDocument/2006/relationships/slideLayout" Target="../slideLayouts/slideLayout236.xml"/><Relationship Id="rId244" Type="http://schemas.openxmlformats.org/officeDocument/2006/relationships/slideLayout" Target="../slideLayouts/slideLayout257.xml"/><Relationship Id="rId18" Type="http://schemas.openxmlformats.org/officeDocument/2006/relationships/slideLayout" Target="../slideLayouts/slideLayout31.xml"/><Relationship Id="rId39" Type="http://schemas.openxmlformats.org/officeDocument/2006/relationships/slideLayout" Target="../slideLayouts/slideLayout52.xml"/><Relationship Id="rId50" Type="http://schemas.openxmlformats.org/officeDocument/2006/relationships/slideLayout" Target="../slideLayouts/slideLayout63.xml"/><Relationship Id="rId104" Type="http://schemas.openxmlformats.org/officeDocument/2006/relationships/slideLayout" Target="../slideLayouts/slideLayout117.xml"/><Relationship Id="rId125" Type="http://schemas.openxmlformats.org/officeDocument/2006/relationships/slideLayout" Target="../slideLayouts/slideLayout138.xml"/><Relationship Id="rId146" Type="http://schemas.openxmlformats.org/officeDocument/2006/relationships/slideLayout" Target="../slideLayouts/slideLayout159.xml"/><Relationship Id="rId167" Type="http://schemas.openxmlformats.org/officeDocument/2006/relationships/slideLayout" Target="../slideLayouts/slideLayout180.xml"/><Relationship Id="rId188" Type="http://schemas.openxmlformats.org/officeDocument/2006/relationships/slideLayout" Target="../slideLayouts/slideLayout201.xml"/><Relationship Id="rId71" Type="http://schemas.openxmlformats.org/officeDocument/2006/relationships/slideLayout" Target="../slideLayouts/slideLayout84.xml"/><Relationship Id="rId92" Type="http://schemas.openxmlformats.org/officeDocument/2006/relationships/slideLayout" Target="../slideLayouts/slideLayout105.xml"/><Relationship Id="rId213" Type="http://schemas.openxmlformats.org/officeDocument/2006/relationships/slideLayout" Target="../slideLayouts/slideLayout226.xml"/><Relationship Id="rId234" Type="http://schemas.openxmlformats.org/officeDocument/2006/relationships/slideLayout" Target="../slideLayouts/slideLayout247.xml"/><Relationship Id="rId2" Type="http://schemas.openxmlformats.org/officeDocument/2006/relationships/slideLayout" Target="../slideLayouts/slideLayout15.xml"/><Relationship Id="rId29" Type="http://schemas.openxmlformats.org/officeDocument/2006/relationships/slideLayout" Target="../slideLayouts/slideLayout42.xml"/><Relationship Id="rId255" Type="http://schemas.openxmlformats.org/officeDocument/2006/relationships/slideLayout" Target="../slideLayouts/slideLayout268.xml"/><Relationship Id="rId40" Type="http://schemas.openxmlformats.org/officeDocument/2006/relationships/slideLayout" Target="../slideLayouts/slideLayout53.xml"/><Relationship Id="rId115" Type="http://schemas.openxmlformats.org/officeDocument/2006/relationships/slideLayout" Target="../slideLayouts/slideLayout128.xml"/><Relationship Id="rId136" Type="http://schemas.openxmlformats.org/officeDocument/2006/relationships/slideLayout" Target="../slideLayouts/slideLayout149.xml"/><Relationship Id="rId157" Type="http://schemas.openxmlformats.org/officeDocument/2006/relationships/slideLayout" Target="../slideLayouts/slideLayout170.xml"/><Relationship Id="rId178" Type="http://schemas.openxmlformats.org/officeDocument/2006/relationships/slideLayout" Target="../slideLayouts/slideLayout191.xml"/><Relationship Id="rId61" Type="http://schemas.openxmlformats.org/officeDocument/2006/relationships/slideLayout" Target="../slideLayouts/slideLayout74.xml"/><Relationship Id="rId82" Type="http://schemas.openxmlformats.org/officeDocument/2006/relationships/slideLayout" Target="../slideLayouts/slideLayout95.xml"/><Relationship Id="rId199" Type="http://schemas.openxmlformats.org/officeDocument/2006/relationships/slideLayout" Target="../slideLayouts/slideLayout212.xml"/><Relationship Id="rId203" Type="http://schemas.openxmlformats.org/officeDocument/2006/relationships/slideLayout" Target="../slideLayouts/slideLayout216.xml"/><Relationship Id="rId19" Type="http://schemas.openxmlformats.org/officeDocument/2006/relationships/slideLayout" Target="../slideLayouts/slideLayout32.xml"/><Relationship Id="rId224" Type="http://schemas.openxmlformats.org/officeDocument/2006/relationships/slideLayout" Target="../slideLayouts/slideLayout237.xml"/><Relationship Id="rId245" Type="http://schemas.openxmlformats.org/officeDocument/2006/relationships/slideLayout" Target="../slideLayouts/slideLayout258.xml"/><Relationship Id="rId30" Type="http://schemas.openxmlformats.org/officeDocument/2006/relationships/slideLayout" Target="../slideLayouts/slideLayout43.xml"/><Relationship Id="rId105" Type="http://schemas.openxmlformats.org/officeDocument/2006/relationships/slideLayout" Target="../slideLayouts/slideLayout118.xml"/><Relationship Id="rId126" Type="http://schemas.openxmlformats.org/officeDocument/2006/relationships/slideLayout" Target="../slideLayouts/slideLayout139.xml"/><Relationship Id="rId147" Type="http://schemas.openxmlformats.org/officeDocument/2006/relationships/slideLayout" Target="../slideLayouts/slideLayout160.xml"/><Relationship Id="rId168" Type="http://schemas.openxmlformats.org/officeDocument/2006/relationships/slideLayout" Target="../slideLayouts/slideLayout181.xml"/><Relationship Id="rId51" Type="http://schemas.openxmlformats.org/officeDocument/2006/relationships/slideLayout" Target="../slideLayouts/slideLayout64.xml"/><Relationship Id="rId72" Type="http://schemas.openxmlformats.org/officeDocument/2006/relationships/slideLayout" Target="../slideLayouts/slideLayout85.xml"/><Relationship Id="rId93" Type="http://schemas.openxmlformats.org/officeDocument/2006/relationships/slideLayout" Target="../slideLayouts/slideLayout106.xml"/><Relationship Id="rId189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16.xml"/><Relationship Id="rId214" Type="http://schemas.openxmlformats.org/officeDocument/2006/relationships/slideLayout" Target="../slideLayouts/slideLayout227.xml"/><Relationship Id="rId235" Type="http://schemas.openxmlformats.org/officeDocument/2006/relationships/slideLayout" Target="../slideLayouts/slideLayout248.xml"/><Relationship Id="rId256" Type="http://schemas.openxmlformats.org/officeDocument/2006/relationships/slideLayout" Target="../slideLayouts/slideLayout269.xml"/><Relationship Id="rId116" Type="http://schemas.openxmlformats.org/officeDocument/2006/relationships/slideLayout" Target="../slideLayouts/slideLayout129.xml"/><Relationship Id="rId137" Type="http://schemas.openxmlformats.org/officeDocument/2006/relationships/slideLayout" Target="../slideLayouts/slideLayout150.xml"/><Relationship Id="rId158" Type="http://schemas.openxmlformats.org/officeDocument/2006/relationships/slideLayout" Target="../slideLayouts/slideLayout171.xml"/><Relationship Id="rId20" Type="http://schemas.openxmlformats.org/officeDocument/2006/relationships/slideLayout" Target="../slideLayouts/slideLayout33.xml"/><Relationship Id="rId41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96.xml"/><Relationship Id="rId179" Type="http://schemas.openxmlformats.org/officeDocument/2006/relationships/slideLayout" Target="../slideLayouts/slideLayout192.xml"/><Relationship Id="rId190" Type="http://schemas.openxmlformats.org/officeDocument/2006/relationships/slideLayout" Target="../slideLayouts/slideLayout203.xml"/><Relationship Id="rId204" Type="http://schemas.openxmlformats.org/officeDocument/2006/relationships/slideLayout" Target="../slideLayouts/slideLayout217.xml"/><Relationship Id="rId225" Type="http://schemas.openxmlformats.org/officeDocument/2006/relationships/slideLayout" Target="../slideLayouts/slideLayout238.xml"/><Relationship Id="rId246" Type="http://schemas.openxmlformats.org/officeDocument/2006/relationships/slideLayout" Target="../slideLayouts/slideLayout259.xml"/><Relationship Id="rId106" Type="http://schemas.openxmlformats.org/officeDocument/2006/relationships/slideLayout" Target="../slideLayouts/slideLayout119.xml"/><Relationship Id="rId127" Type="http://schemas.openxmlformats.org/officeDocument/2006/relationships/slideLayout" Target="../slideLayouts/slideLayout140.xml"/><Relationship Id="rId10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107.xml"/><Relationship Id="rId148" Type="http://schemas.openxmlformats.org/officeDocument/2006/relationships/slideLayout" Target="../slideLayouts/slideLayout161.xml"/><Relationship Id="rId169" Type="http://schemas.openxmlformats.org/officeDocument/2006/relationships/slideLayout" Target="../slideLayouts/slideLayout182.xml"/><Relationship Id="rId4" Type="http://schemas.openxmlformats.org/officeDocument/2006/relationships/slideLayout" Target="../slideLayouts/slideLayout17.xml"/><Relationship Id="rId180" Type="http://schemas.openxmlformats.org/officeDocument/2006/relationships/slideLayout" Target="../slideLayouts/slideLayout193.xml"/><Relationship Id="rId215" Type="http://schemas.openxmlformats.org/officeDocument/2006/relationships/slideLayout" Target="../slideLayouts/slideLayout228.xml"/><Relationship Id="rId236" Type="http://schemas.openxmlformats.org/officeDocument/2006/relationships/slideLayout" Target="../slideLayouts/slideLayout249.xml"/><Relationship Id="rId257" Type="http://schemas.openxmlformats.org/officeDocument/2006/relationships/slideLayout" Target="../slideLayouts/slideLayout2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954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ed Hat Display"/>
              <a:buNone/>
              <a:defRPr sz="260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Red Hat Text"/>
              <a:buChar char="▸"/>
              <a:defRPr sz="1200">
                <a:latin typeface="Red Hat Text"/>
                <a:ea typeface="Red Hat Text"/>
                <a:cs typeface="Red Hat Text"/>
                <a:sym typeface="Red Hat Text"/>
              </a:defRPr>
            </a:lvl1pPr>
            <a:lvl2pPr marL="914400" lvl="1" indent="-29845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ed Hat Text"/>
              <a:buChar char="･"/>
              <a:defRPr sz="1100">
                <a:latin typeface="Red Hat Text"/>
                <a:ea typeface="Red Hat Text"/>
                <a:cs typeface="Red Hat Text"/>
                <a:sym typeface="Red Hat Text"/>
              </a:defRPr>
            </a:lvl2pPr>
            <a:lvl3pPr marL="1371600" lvl="2" indent="-29845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ed Hat Text"/>
              <a:buChar char="･"/>
              <a:defRPr sz="1100">
                <a:latin typeface="Red Hat Text"/>
                <a:ea typeface="Red Hat Text"/>
                <a:cs typeface="Red Hat Text"/>
                <a:sym typeface="Red Hat Text"/>
              </a:defRPr>
            </a:lvl3pPr>
            <a:lvl4pPr marL="1828800" lvl="3" indent="-29845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ed Hat Text"/>
              <a:buChar char="･"/>
              <a:defRPr sz="1100">
                <a:latin typeface="Red Hat Text"/>
                <a:ea typeface="Red Hat Text"/>
                <a:cs typeface="Red Hat Text"/>
                <a:sym typeface="Red Hat Text"/>
              </a:defRPr>
            </a:lvl4pPr>
            <a:lvl5pPr marL="2286000" lvl="4" indent="-29845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ed Hat Text"/>
              <a:buChar char="･"/>
              <a:defRPr sz="1100">
                <a:latin typeface="Red Hat Text"/>
                <a:ea typeface="Red Hat Text"/>
                <a:cs typeface="Red Hat Text"/>
                <a:sym typeface="Red Hat Text"/>
              </a:defRPr>
            </a:lvl5pPr>
            <a:lvl6pPr marL="2743200" lvl="5" indent="-29845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ed Hat Text"/>
              <a:buChar char="･"/>
              <a:defRPr sz="1100">
                <a:latin typeface="Red Hat Text"/>
                <a:ea typeface="Red Hat Text"/>
                <a:cs typeface="Red Hat Text"/>
                <a:sym typeface="Red Hat Text"/>
              </a:defRPr>
            </a:lvl6pPr>
            <a:lvl7pPr marL="3200400" lvl="6" indent="-29845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ed Hat Text"/>
              <a:buChar char="･"/>
              <a:defRPr sz="1100">
                <a:latin typeface="Red Hat Text"/>
                <a:ea typeface="Red Hat Text"/>
                <a:cs typeface="Red Hat Text"/>
                <a:sym typeface="Red Hat Text"/>
              </a:defRPr>
            </a:lvl7pPr>
            <a:lvl8pPr marL="3657600" lvl="7" indent="-298450" rtl="0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  <a:buSzPts val="1100"/>
              <a:buFont typeface="Red Hat Text"/>
              <a:buChar char="･"/>
              <a:defRPr sz="1100">
                <a:latin typeface="Red Hat Text"/>
                <a:ea typeface="Red Hat Text"/>
                <a:cs typeface="Red Hat Text"/>
                <a:sym typeface="Red Hat Text"/>
              </a:defRPr>
            </a:lvl8pPr>
            <a:lvl9pPr marL="4114800" lvl="8" indent="-298450" rtl="0">
              <a:lnSpc>
                <a:spcPct val="140000"/>
              </a:lnSpc>
              <a:spcBef>
                <a:spcPts val="400"/>
              </a:spcBef>
              <a:spcAft>
                <a:spcPts val="400"/>
              </a:spcAft>
              <a:buSzPts val="1100"/>
              <a:buFont typeface="Red Hat Text"/>
              <a:buChar char="･"/>
              <a:defRPr sz="1100">
                <a:latin typeface="Red Hat Text"/>
                <a:ea typeface="Red Hat Text"/>
                <a:cs typeface="Red Hat Text"/>
                <a:sym typeface="Red Hat Tex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  <p:sldLayoutId id="2147483729" r:id="rId69"/>
    <p:sldLayoutId id="2147483730" r:id="rId70"/>
    <p:sldLayoutId id="2147483731" r:id="rId71"/>
    <p:sldLayoutId id="2147483732" r:id="rId72"/>
    <p:sldLayoutId id="2147483733" r:id="rId73"/>
    <p:sldLayoutId id="2147483734" r:id="rId74"/>
    <p:sldLayoutId id="2147483735" r:id="rId75"/>
    <p:sldLayoutId id="2147483736" r:id="rId76"/>
    <p:sldLayoutId id="2147483737" r:id="rId77"/>
    <p:sldLayoutId id="2147483738" r:id="rId78"/>
    <p:sldLayoutId id="2147483739" r:id="rId79"/>
    <p:sldLayoutId id="2147483740" r:id="rId80"/>
    <p:sldLayoutId id="2147483741" r:id="rId81"/>
    <p:sldLayoutId id="2147483742" r:id="rId82"/>
    <p:sldLayoutId id="2147483743" r:id="rId83"/>
    <p:sldLayoutId id="2147483744" r:id="rId84"/>
    <p:sldLayoutId id="2147483745" r:id="rId85"/>
    <p:sldLayoutId id="2147483746" r:id="rId86"/>
    <p:sldLayoutId id="2147483747" r:id="rId87"/>
    <p:sldLayoutId id="2147483748" r:id="rId88"/>
    <p:sldLayoutId id="2147483749" r:id="rId89"/>
    <p:sldLayoutId id="2147483750" r:id="rId90"/>
    <p:sldLayoutId id="2147483751" r:id="rId91"/>
    <p:sldLayoutId id="2147483752" r:id="rId92"/>
    <p:sldLayoutId id="2147483753" r:id="rId93"/>
    <p:sldLayoutId id="2147483754" r:id="rId94"/>
    <p:sldLayoutId id="2147483755" r:id="rId95"/>
    <p:sldLayoutId id="2147483756" r:id="rId96"/>
    <p:sldLayoutId id="2147483757" r:id="rId97"/>
    <p:sldLayoutId id="2147483758" r:id="rId98"/>
    <p:sldLayoutId id="2147483759" r:id="rId99"/>
    <p:sldLayoutId id="2147483760" r:id="rId100"/>
    <p:sldLayoutId id="2147483761" r:id="rId101"/>
    <p:sldLayoutId id="2147483762" r:id="rId102"/>
    <p:sldLayoutId id="2147483763" r:id="rId103"/>
    <p:sldLayoutId id="2147483764" r:id="rId104"/>
    <p:sldLayoutId id="2147483765" r:id="rId105"/>
    <p:sldLayoutId id="2147483766" r:id="rId106"/>
    <p:sldLayoutId id="2147483767" r:id="rId107"/>
    <p:sldLayoutId id="2147483768" r:id="rId108"/>
    <p:sldLayoutId id="2147483769" r:id="rId109"/>
    <p:sldLayoutId id="2147483770" r:id="rId110"/>
    <p:sldLayoutId id="2147483771" r:id="rId111"/>
    <p:sldLayoutId id="2147483772" r:id="rId112"/>
    <p:sldLayoutId id="2147483773" r:id="rId113"/>
    <p:sldLayoutId id="2147483774" r:id="rId114"/>
    <p:sldLayoutId id="2147483775" r:id="rId115"/>
    <p:sldLayoutId id="2147483776" r:id="rId116"/>
    <p:sldLayoutId id="2147483777" r:id="rId117"/>
    <p:sldLayoutId id="2147483778" r:id="rId118"/>
    <p:sldLayoutId id="2147483779" r:id="rId119"/>
    <p:sldLayoutId id="2147483780" r:id="rId120"/>
    <p:sldLayoutId id="2147483781" r:id="rId121"/>
    <p:sldLayoutId id="2147483782" r:id="rId122"/>
    <p:sldLayoutId id="2147483783" r:id="rId123"/>
    <p:sldLayoutId id="2147483784" r:id="rId124"/>
    <p:sldLayoutId id="2147483785" r:id="rId125"/>
    <p:sldLayoutId id="2147483786" r:id="rId126"/>
    <p:sldLayoutId id="2147483787" r:id="rId127"/>
    <p:sldLayoutId id="2147483788" r:id="rId128"/>
    <p:sldLayoutId id="2147483789" r:id="rId129"/>
    <p:sldLayoutId id="2147483790" r:id="rId130"/>
    <p:sldLayoutId id="2147483791" r:id="rId131"/>
    <p:sldLayoutId id="2147483792" r:id="rId132"/>
    <p:sldLayoutId id="2147483793" r:id="rId133"/>
    <p:sldLayoutId id="2147483794" r:id="rId134"/>
    <p:sldLayoutId id="2147483795" r:id="rId135"/>
    <p:sldLayoutId id="2147483796" r:id="rId136"/>
    <p:sldLayoutId id="2147483797" r:id="rId137"/>
    <p:sldLayoutId id="2147483798" r:id="rId138"/>
    <p:sldLayoutId id="2147483799" r:id="rId139"/>
    <p:sldLayoutId id="2147483800" r:id="rId140"/>
    <p:sldLayoutId id="2147483801" r:id="rId141"/>
    <p:sldLayoutId id="2147483802" r:id="rId142"/>
    <p:sldLayoutId id="2147483803" r:id="rId143"/>
    <p:sldLayoutId id="2147483804" r:id="rId144"/>
    <p:sldLayoutId id="2147483805" r:id="rId145"/>
    <p:sldLayoutId id="2147483806" r:id="rId146"/>
    <p:sldLayoutId id="2147483807" r:id="rId147"/>
    <p:sldLayoutId id="2147483808" r:id="rId148"/>
    <p:sldLayoutId id="2147483809" r:id="rId149"/>
    <p:sldLayoutId id="2147483810" r:id="rId150"/>
    <p:sldLayoutId id="2147483811" r:id="rId151"/>
    <p:sldLayoutId id="2147483812" r:id="rId152"/>
    <p:sldLayoutId id="2147483813" r:id="rId153"/>
    <p:sldLayoutId id="2147483814" r:id="rId154"/>
    <p:sldLayoutId id="2147483815" r:id="rId155"/>
    <p:sldLayoutId id="2147483816" r:id="rId156"/>
    <p:sldLayoutId id="2147483817" r:id="rId157"/>
    <p:sldLayoutId id="2147483818" r:id="rId158"/>
    <p:sldLayoutId id="2147483819" r:id="rId159"/>
    <p:sldLayoutId id="2147483820" r:id="rId160"/>
    <p:sldLayoutId id="2147483821" r:id="rId161"/>
    <p:sldLayoutId id="2147483822" r:id="rId162"/>
    <p:sldLayoutId id="2147483823" r:id="rId163"/>
    <p:sldLayoutId id="2147483824" r:id="rId164"/>
    <p:sldLayoutId id="2147483825" r:id="rId165"/>
    <p:sldLayoutId id="2147483826" r:id="rId166"/>
    <p:sldLayoutId id="2147483827" r:id="rId167"/>
    <p:sldLayoutId id="2147483828" r:id="rId168"/>
    <p:sldLayoutId id="2147483829" r:id="rId169"/>
    <p:sldLayoutId id="2147483830" r:id="rId170"/>
    <p:sldLayoutId id="2147483831" r:id="rId171"/>
    <p:sldLayoutId id="2147483832" r:id="rId172"/>
    <p:sldLayoutId id="2147483833" r:id="rId173"/>
    <p:sldLayoutId id="2147483834" r:id="rId174"/>
    <p:sldLayoutId id="2147483835" r:id="rId175"/>
    <p:sldLayoutId id="2147483836" r:id="rId176"/>
    <p:sldLayoutId id="2147483837" r:id="rId177"/>
    <p:sldLayoutId id="2147483838" r:id="rId178"/>
    <p:sldLayoutId id="2147483839" r:id="rId179"/>
    <p:sldLayoutId id="2147483840" r:id="rId180"/>
    <p:sldLayoutId id="2147483841" r:id="rId181"/>
    <p:sldLayoutId id="2147483842" r:id="rId182"/>
    <p:sldLayoutId id="2147483843" r:id="rId183"/>
    <p:sldLayoutId id="2147483844" r:id="rId184"/>
    <p:sldLayoutId id="2147483845" r:id="rId185"/>
    <p:sldLayoutId id="2147483846" r:id="rId186"/>
    <p:sldLayoutId id="2147483847" r:id="rId187"/>
    <p:sldLayoutId id="2147483848" r:id="rId188"/>
    <p:sldLayoutId id="2147483849" r:id="rId189"/>
    <p:sldLayoutId id="2147483850" r:id="rId190"/>
    <p:sldLayoutId id="2147483851" r:id="rId191"/>
    <p:sldLayoutId id="2147483852" r:id="rId192"/>
    <p:sldLayoutId id="2147483853" r:id="rId193"/>
    <p:sldLayoutId id="2147483854" r:id="rId194"/>
    <p:sldLayoutId id="2147483855" r:id="rId195"/>
    <p:sldLayoutId id="2147483856" r:id="rId196"/>
    <p:sldLayoutId id="2147483857" r:id="rId197"/>
    <p:sldLayoutId id="2147483858" r:id="rId198"/>
    <p:sldLayoutId id="2147483859" r:id="rId199"/>
    <p:sldLayoutId id="2147483860" r:id="rId200"/>
    <p:sldLayoutId id="2147483861" r:id="rId201"/>
    <p:sldLayoutId id="2147483862" r:id="rId202"/>
    <p:sldLayoutId id="2147483863" r:id="rId203"/>
    <p:sldLayoutId id="2147483864" r:id="rId204"/>
    <p:sldLayoutId id="2147483865" r:id="rId205"/>
    <p:sldLayoutId id="2147483866" r:id="rId206"/>
    <p:sldLayoutId id="2147483867" r:id="rId207"/>
    <p:sldLayoutId id="2147483868" r:id="rId208"/>
    <p:sldLayoutId id="2147483869" r:id="rId209"/>
    <p:sldLayoutId id="2147483870" r:id="rId210"/>
    <p:sldLayoutId id="2147483871" r:id="rId211"/>
    <p:sldLayoutId id="2147483872" r:id="rId212"/>
    <p:sldLayoutId id="2147483873" r:id="rId213"/>
    <p:sldLayoutId id="2147483874" r:id="rId214"/>
    <p:sldLayoutId id="2147483875" r:id="rId215"/>
    <p:sldLayoutId id="2147483876" r:id="rId216"/>
    <p:sldLayoutId id="2147483877" r:id="rId217"/>
    <p:sldLayoutId id="2147483878" r:id="rId218"/>
    <p:sldLayoutId id="2147483879" r:id="rId219"/>
    <p:sldLayoutId id="2147483880" r:id="rId220"/>
    <p:sldLayoutId id="2147483881" r:id="rId221"/>
    <p:sldLayoutId id="2147483882" r:id="rId222"/>
    <p:sldLayoutId id="2147483883" r:id="rId223"/>
    <p:sldLayoutId id="2147483884" r:id="rId224"/>
    <p:sldLayoutId id="2147483885" r:id="rId225"/>
    <p:sldLayoutId id="2147483886" r:id="rId226"/>
    <p:sldLayoutId id="2147483887" r:id="rId227"/>
    <p:sldLayoutId id="2147483888" r:id="rId228"/>
    <p:sldLayoutId id="2147483889" r:id="rId229"/>
    <p:sldLayoutId id="2147483890" r:id="rId230"/>
    <p:sldLayoutId id="2147483891" r:id="rId231"/>
    <p:sldLayoutId id="2147483892" r:id="rId232"/>
    <p:sldLayoutId id="2147483893" r:id="rId233"/>
    <p:sldLayoutId id="2147483894" r:id="rId234"/>
    <p:sldLayoutId id="2147483895" r:id="rId235"/>
    <p:sldLayoutId id="2147483896" r:id="rId236"/>
    <p:sldLayoutId id="2147483897" r:id="rId237"/>
    <p:sldLayoutId id="2147483898" r:id="rId238"/>
    <p:sldLayoutId id="2147483899" r:id="rId239"/>
    <p:sldLayoutId id="2147483900" r:id="rId240"/>
    <p:sldLayoutId id="2147483901" r:id="rId241"/>
    <p:sldLayoutId id="2147483902" r:id="rId242"/>
    <p:sldLayoutId id="2147483903" r:id="rId243"/>
    <p:sldLayoutId id="2147483905" r:id="rId244"/>
    <p:sldLayoutId id="2147483906" r:id="rId245"/>
    <p:sldLayoutId id="2147483907" r:id="rId246"/>
    <p:sldLayoutId id="2147483908" r:id="rId247"/>
    <p:sldLayoutId id="2147483909" r:id="rId248"/>
    <p:sldLayoutId id="2147483910" r:id="rId249"/>
    <p:sldLayoutId id="2147483911" r:id="rId250"/>
    <p:sldLayoutId id="2147483912" r:id="rId251"/>
    <p:sldLayoutId id="2147483913" r:id="rId252"/>
    <p:sldLayoutId id="2147483914" r:id="rId253"/>
    <p:sldLayoutId id="2147483915" r:id="rId254"/>
    <p:sldLayoutId id="2147483916" r:id="rId255"/>
    <p:sldLayoutId id="2147483917" r:id="rId256"/>
    <p:sldLayoutId id="2147483953" r:id="rId25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diagramLayout" Target="../diagrams/layout4.xml"/><Relationship Id="rId3" Type="http://schemas.openxmlformats.org/officeDocument/2006/relationships/diagramLayout" Target="../diagrams/layout1.xml"/><Relationship Id="rId21" Type="http://schemas.microsoft.com/office/2007/relationships/diagramDrawing" Target="../diagrams/drawing4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diagramData" Target="../diagrams/data4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20" Type="http://schemas.openxmlformats.org/officeDocument/2006/relationships/diagramColors" Target="../diagrams/colors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19" Type="http://schemas.openxmlformats.org/officeDocument/2006/relationships/diagramQuickStyle" Target="../diagrams/quickStyle4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Relationship Id="rId22" Type="http://schemas.openxmlformats.org/officeDocument/2006/relationships/image" Target="../media/image4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70.xml"/><Relationship Id="rId4" Type="http://schemas.openxmlformats.org/officeDocument/2006/relationships/image" Target="../media/image4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4.jpg"/><Relationship Id="rId3" Type="http://schemas.openxmlformats.org/officeDocument/2006/relationships/image" Target="../media/image45.jpg"/><Relationship Id="rId7" Type="http://schemas.openxmlformats.org/officeDocument/2006/relationships/image" Target="../media/image49.png"/><Relationship Id="rId12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3.xml"/><Relationship Id="rId6" Type="http://schemas.openxmlformats.org/officeDocument/2006/relationships/image" Target="../media/image48.jpeg"/><Relationship Id="rId11" Type="http://schemas.openxmlformats.org/officeDocument/2006/relationships/image" Target="../media/image53.jpeg"/><Relationship Id="rId5" Type="http://schemas.openxmlformats.org/officeDocument/2006/relationships/image" Target="../media/image47.png"/><Relationship Id="rId10" Type="http://schemas.openxmlformats.org/officeDocument/2006/relationships/image" Target="../media/image52.jpg"/><Relationship Id="rId4" Type="http://schemas.openxmlformats.org/officeDocument/2006/relationships/image" Target="../media/image46.png"/><Relationship Id="rId9" Type="http://schemas.openxmlformats.org/officeDocument/2006/relationships/image" Target="../media/image51.jpeg"/><Relationship Id="rId14" Type="http://schemas.openxmlformats.org/officeDocument/2006/relationships/image" Target="../media/image5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svg"/><Relationship Id="rId3" Type="http://schemas.openxmlformats.org/officeDocument/2006/relationships/image" Target="../media/image59.svg"/><Relationship Id="rId7" Type="http://schemas.openxmlformats.org/officeDocument/2006/relationships/image" Target="../media/image63.sv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03.xml"/><Relationship Id="rId6" Type="http://schemas.openxmlformats.org/officeDocument/2006/relationships/image" Target="../media/image62.svg"/><Relationship Id="rId5" Type="http://schemas.openxmlformats.org/officeDocument/2006/relationships/image" Target="../media/image61.jpeg"/><Relationship Id="rId4" Type="http://schemas.openxmlformats.org/officeDocument/2006/relationships/image" Target="../media/image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3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jpeg"/><Relationship Id="rId3" Type="http://schemas.openxmlformats.org/officeDocument/2006/relationships/image" Target="../media/image41.png"/><Relationship Id="rId7" Type="http://schemas.openxmlformats.org/officeDocument/2006/relationships/image" Target="../media/image72.jpeg"/><Relationship Id="rId12" Type="http://schemas.openxmlformats.org/officeDocument/2006/relationships/image" Target="../media/image7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3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jpe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3.xml"/><Relationship Id="rId5" Type="http://schemas.openxmlformats.org/officeDocument/2006/relationships/image" Target="../media/image64.svg"/><Relationship Id="rId4" Type="http://schemas.openxmlformats.org/officeDocument/2006/relationships/image" Target="../media/image63.sv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65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3.xml"/><Relationship Id="rId6" Type="http://schemas.openxmlformats.org/officeDocument/2006/relationships/image" Target="../media/image67.png"/><Relationship Id="rId5" Type="http://schemas.openxmlformats.org/officeDocument/2006/relationships/image" Target="../media/image81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sv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3.xml"/><Relationship Id="rId6" Type="http://schemas.openxmlformats.org/officeDocument/2006/relationships/image" Target="../media/image85.svg"/><Relationship Id="rId5" Type="http://schemas.openxmlformats.org/officeDocument/2006/relationships/image" Target="../media/image84.svg"/><Relationship Id="rId4" Type="http://schemas.openxmlformats.org/officeDocument/2006/relationships/image" Target="../media/image83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3.xml"/><Relationship Id="rId6" Type="http://schemas.openxmlformats.org/officeDocument/2006/relationships/image" Target="../media/image88.svg"/><Relationship Id="rId5" Type="http://schemas.openxmlformats.org/officeDocument/2006/relationships/image" Target="../media/image87.sv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svg"/><Relationship Id="rId7" Type="http://schemas.openxmlformats.org/officeDocument/2006/relationships/image" Target="../media/image9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3.xml"/><Relationship Id="rId6" Type="http://schemas.openxmlformats.org/officeDocument/2006/relationships/image" Target="../media/image41.png"/><Relationship Id="rId5" Type="http://schemas.openxmlformats.org/officeDocument/2006/relationships/image" Target="../media/image91.svg"/><Relationship Id="rId4" Type="http://schemas.openxmlformats.org/officeDocument/2006/relationships/image" Target="../media/image9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D0BB6627-01B7-EEC5-8A1E-A224C96A58F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760"/>
          <a:stretch/>
        </p:blipFill>
        <p:spPr>
          <a:xfrm>
            <a:off x="15" y="961"/>
            <a:ext cx="9143985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89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"/>
          <p:cNvSpPr txBox="1"/>
          <p:nvPr/>
        </p:nvSpPr>
        <p:spPr>
          <a:xfrm>
            <a:off x="336517" y="955778"/>
            <a:ext cx="8493376" cy="664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just">
              <a:buClr>
                <a:srgbClr val="EE0000"/>
              </a:buClr>
              <a:buSzPts val="3100"/>
              <a:buFont typeface="Red Hat Display"/>
            </a:pPr>
            <a:r>
              <a:rPr lang="mn-MN" sz="1350" dirty="0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Бид зах зээлд шаардлагатай Мэдээллийн технологийн дэд бүтцийн ур чадварыг олон улсын стандарт хөтөлбөрийн дагуу, ёс зүйтэй шилдэг багш нарын удирдлагад чанартай олгоно.</a:t>
            </a:r>
            <a:endParaRPr lang="en-US" sz="1350" dirty="0">
              <a:solidFill>
                <a:schemeClr val="tx1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3444261" y="1748779"/>
            <a:ext cx="5490099" cy="310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212408" indent="-212408">
              <a:lnSpc>
                <a:spcPct val="115000"/>
              </a:lnSpc>
              <a:spcBef>
                <a:spcPts val="750"/>
              </a:spcBef>
              <a:buClr>
                <a:schemeClr val="lt1"/>
              </a:buClr>
              <a:buSzPts val="1700"/>
              <a:buFont typeface="Red Hat Text"/>
              <a:buChar char="▸"/>
            </a:pPr>
            <a:r>
              <a:rPr lang="mn-MN" sz="1200" b="1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Шинэчлэгдсэн хөтөлбөр </a:t>
            </a:r>
            <a:r>
              <a:rPr lang="en-US" sz="1200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– </a:t>
            </a:r>
            <a:r>
              <a:rPr lang="mn-MN" sz="1200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Технологийн шинэчлэлийг даган хувьсах сургалтын хөтөлбөр</a:t>
            </a:r>
            <a:endParaRPr lang="en-US" sz="1200" dirty="0">
              <a:solidFill>
                <a:srgbClr val="0070C0"/>
              </a:solidFill>
              <a:latin typeface="Red Hat Text"/>
              <a:ea typeface="Red Hat Text"/>
              <a:cs typeface="Red Hat Text"/>
            </a:endParaRPr>
          </a:p>
          <a:p>
            <a:pPr marL="212408" indent="-212408">
              <a:lnSpc>
                <a:spcPct val="115000"/>
              </a:lnSpc>
              <a:spcBef>
                <a:spcPts val="750"/>
              </a:spcBef>
              <a:buClr>
                <a:schemeClr val="lt1"/>
              </a:buClr>
              <a:buSzPts val="1700"/>
              <a:buFont typeface="Red Hat Text"/>
              <a:buChar char="▸"/>
            </a:pPr>
            <a:r>
              <a:rPr lang="mn-MN" sz="1200" b="1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Дэд бүтцийн суурь технологи </a:t>
            </a:r>
            <a:r>
              <a:rPr lang="en-US" sz="1200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– </a:t>
            </a:r>
            <a:r>
              <a:rPr lang="mn-MN" sz="1200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Линукс, Клауд технологи, </a:t>
            </a:r>
            <a:r>
              <a:rPr lang="en-US" sz="1200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DevOps, </a:t>
            </a:r>
            <a:r>
              <a:rPr lang="mn-MN" sz="1200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Сүлжээ, Мэдээлийн аюулгүй байдал, Автоматжуулалт, Container &amp; Kubernetes</a:t>
            </a:r>
            <a:endParaRPr lang="mn-MN" sz="1200" b="1" dirty="0">
              <a:solidFill>
                <a:srgbClr val="0070C0"/>
              </a:solidFill>
              <a:latin typeface="Red Hat Text"/>
              <a:ea typeface="Red Hat Text"/>
              <a:cs typeface="Red Hat Text"/>
            </a:endParaRPr>
          </a:p>
          <a:p>
            <a:pPr marL="212408" indent="-212408">
              <a:lnSpc>
                <a:spcPct val="115000"/>
              </a:lnSpc>
              <a:spcBef>
                <a:spcPts val="750"/>
              </a:spcBef>
              <a:buClr>
                <a:schemeClr val="lt1"/>
              </a:buClr>
              <a:buSzPts val="1700"/>
              <a:buFont typeface="Red Hat Text"/>
              <a:buChar char="▸"/>
            </a:pPr>
            <a:r>
              <a:rPr lang="mn-MN" sz="1200" b="1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Албан ёсны лабораторийн орчин </a:t>
            </a:r>
            <a:r>
              <a:rPr lang="en-US" sz="1200" b="1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– </a:t>
            </a:r>
            <a:r>
              <a:rPr lang="mn-MN" sz="1200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Стандарт лаборатори, сургалтын материал</a:t>
            </a:r>
            <a:endParaRPr lang="en-US" sz="1200" dirty="0">
              <a:solidFill>
                <a:srgbClr val="0070C0"/>
              </a:solidFill>
              <a:latin typeface="Red Hat Text"/>
              <a:ea typeface="Red Hat Text"/>
              <a:cs typeface="Red Hat Text"/>
            </a:endParaRPr>
          </a:p>
          <a:p>
            <a:pPr marL="212408" indent="-212408">
              <a:lnSpc>
                <a:spcPct val="115000"/>
              </a:lnSpc>
              <a:spcBef>
                <a:spcPts val="750"/>
              </a:spcBef>
              <a:buClr>
                <a:schemeClr val="lt1"/>
              </a:buClr>
              <a:buSzPts val="1700"/>
              <a:buFont typeface="Red Hat Text"/>
              <a:buChar char="▸"/>
            </a:pPr>
            <a:r>
              <a:rPr lang="mn-MN" sz="1200" b="1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Туршлагатай багш нар </a:t>
            </a:r>
            <a:r>
              <a:rPr lang="en-US" sz="1200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– </a:t>
            </a:r>
            <a:r>
              <a:rPr lang="mn-MN" sz="1200" dirty="0">
                <a:solidFill>
                  <a:srgbClr val="0070C0"/>
                </a:solidFill>
                <a:latin typeface="Red Hat Text"/>
                <a:ea typeface="Red Hat Text"/>
                <a:cs typeface="Red Hat Text"/>
                <a:sym typeface="Red Hat Text"/>
              </a:rPr>
              <a:t>Мэдээллийн технологийн салбарт олон жил ажилласан туршлагатай багш, инженерүүд</a:t>
            </a:r>
            <a:endParaRPr lang="en-US" sz="1200" dirty="0">
              <a:solidFill>
                <a:srgbClr val="0070C0"/>
              </a:solidFill>
              <a:latin typeface="Red Hat Text"/>
              <a:ea typeface="Red Hat Text"/>
              <a:cs typeface="Red Hat Text"/>
            </a:endParaRPr>
          </a:p>
        </p:txBody>
      </p:sp>
      <p:cxnSp>
        <p:nvCxnSpPr>
          <p:cNvPr id="227" name="Google Shape;1703;p100">
            <a:extLst>
              <a:ext uri="{FF2B5EF4-FFF2-40B4-BE49-F238E27FC236}">
                <a16:creationId xmlns:a16="http://schemas.microsoft.com/office/drawing/2014/main" id="{1EE5D40D-A1DF-EC49-BE4D-F278C9FF9D98}"/>
              </a:ext>
            </a:extLst>
          </p:cNvPr>
          <p:cNvCxnSpPr>
            <a:cxnSpLocks/>
          </p:cNvCxnSpPr>
          <p:nvPr/>
        </p:nvCxnSpPr>
        <p:spPr>
          <a:xfrm>
            <a:off x="987802" y="2214121"/>
            <a:ext cx="1833347" cy="0"/>
          </a:xfrm>
          <a:prstGeom prst="straightConnector1">
            <a:avLst/>
          </a:prstGeom>
          <a:noFill/>
          <a:ln w="9525" cap="flat" cmpd="sng">
            <a:solidFill>
              <a:srgbClr val="D4D4D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8" name="Google Shape;1704;p100">
            <a:extLst>
              <a:ext uri="{FF2B5EF4-FFF2-40B4-BE49-F238E27FC236}">
                <a16:creationId xmlns:a16="http://schemas.microsoft.com/office/drawing/2014/main" id="{A7F26324-D4D2-4958-EAFF-E24EDFE6D0E3}"/>
              </a:ext>
            </a:extLst>
          </p:cNvPr>
          <p:cNvCxnSpPr>
            <a:cxnSpLocks/>
          </p:cNvCxnSpPr>
          <p:nvPr/>
        </p:nvCxnSpPr>
        <p:spPr>
          <a:xfrm>
            <a:off x="973795" y="2675924"/>
            <a:ext cx="1899534" cy="0"/>
          </a:xfrm>
          <a:prstGeom prst="straightConnector1">
            <a:avLst/>
          </a:prstGeom>
          <a:noFill/>
          <a:ln w="9525" cap="flat" cmpd="sng">
            <a:solidFill>
              <a:srgbClr val="D4D4D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9" name="Google Shape;1705;p100">
            <a:extLst>
              <a:ext uri="{FF2B5EF4-FFF2-40B4-BE49-F238E27FC236}">
                <a16:creationId xmlns:a16="http://schemas.microsoft.com/office/drawing/2014/main" id="{22BEEA66-8EB2-CECC-4549-E01459C9858A}"/>
              </a:ext>
            </a:extLst>
          </p:cNvPr>
          <p:cNvCxnSpPr>
            <a:cxnSpLocks/>
          </p:cNvCxnSpPr>
          <p:nvPr/>
        </p:nvCxnSpPr>
        <p:spPr>
          <a:xfrm>
            <a:off x="973795" y="3175004"/>
            <a:ext cx="1847354" cy="0"/>
          </a:xfrm>
          <a:prstGeom prst="straightConnector1">
            <a:avLst/>
          </a:prstGeom>
          <a:noFill/>
          <a:ln w="9525" cap="flat" cmpd="sng">
            <a:solidFill>
              <a:srgbClr val="D4D4D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1708;p100">
            <a:extLst>
              <a:ext uri="{FF2B5EF4-FFF2-40B4-BE49-F238E27FC236}">
                <a16:creationId xmlns:a16="http://schemas.microsoft.com/office/drawing/2014/main" id="{2050EF0D-FCF9-165D-A708-0E237923F474}"/>
              </a:ext>
            </a:extLst>
          </p:cNvPr>
          <p:cNvCxnSpPr>
            <a:cxnSpLocks/>
          </p:cNvCxnSpPr>
          <p:nvPr/>
        </p:nvCxnSpPr>
        <p:spPr>
          <a:xfrm>
            <a:off x="973795" y="3733767"/>
            <a:ext cx="1847354" cy="0"/>
          </a:xfrm>
          <a:prstGeom prst="straightConnector1">
            <a:avLst/>
          </a:prstGeom>
          <a:noFill/>
          <a:ln w="9525" cap="flat" cmpd="sng">
            <a:solidFill>
              <a:srgbClr val="D4D4D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4" name="Google Shape;1710;p100">
            <a:extLst>
              <a:ext uri="{FF2B5EF4-FFF2-40B4-BE49-F238E27FC236}">
                <a16:creationId xmlns:a16="http://schemas.microsoft.com/office/drawing/2014/main" id="{2687AF14-E0AD-DDF1-68AA-46109DB887FF}"/>
              </a:ext>
            </a:extLst>
          </p:cNvPr>
          <p:cNvSpPr/>
          <p:nvPr/>
        </p:nvSpPr>
        <p:spPr>
          <a:xfrm>
            <a:off x="1960326" y="2080393"/>
            <a:ext cx="313650" cy="164632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35" name="Google Shape;1713;p100">
            <a:extLst>
              <a:ext uri="{FF2B5EF4-FFF2-40B4-BE49-F238E27FC236}">
                <a16:creationId xmlns:a16="http://schemas.microsoft.com/office/drawing/2014/main" id="{6D8D94F6-0D27-B3E3-58B8-08696AFF0A43}"/>
              </a:ext>
            </a:extLst>
          </p:cNvPr>
          <p:cNvSpPr/>
          <p:nvPr/>
        </p:nvSpPr>
        <p:spPr>
          <a:xfrm>
            <a:off x="1513034" y="2214121"/>
            <a:ext cx="313650" cy="151965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36" name="Google Shape;1715;p100">
            <a:extLst>
              <a:ext uri="{FF2B5EF4-FFF2-40B4-BE49-F238E27FC236}">
                <a16:creationId xmlns:a16="http://schemas.microsoft.com/office/drawing/2014/main" id="{C837BB80-ED62-8615-C519-35BB4ACC3860}"/>
              </a:ext>
            </a:extLst>
          </p:cNvPr>
          <p:cNvSpPr/>
          <p:nvPr/>
        </p:nvSpPr>
        <p:spPr>
          <a:xfrm>
            <a:off x="1058097" y="2549672"/>
            <a:ext cx="313650" cy="1190475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37" name="Google Shape;1718;p100">
            <a:extLst>
              <a:ext uri="{FF2B5EF4-FFF2-40B4-BE49-F238E27FC236}">
                <a16:creationId xmlns:a16="http://schemas.microsoft.com/office/drawing/2014/main" id="{D025CB92-006C-4900-9847-FAF516B81DB1}"/>
              </a:ext>
            </a:extLst>
          </p:cNvPr>
          <p:cNvSpPr txBox="1"/>
          <p:nvPr/>
        </p:nvSpPr>
        <p:spPr>
          <a:xfrm>
            <a:off x="1048833" y="3759273"/>
            <a:ext cx="313650" cy="20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675">
                <a:latin typeface="Red Hat Text"/>
                <a:ea typeface="Red Hat Text"/>
                <a:cs typeface="Red Hat Text"/>
                <a:sym typeface="Red Hat Text"/>
              </a:rPr>
              <a:t>2012</a:t>
            </a:r>
            <a:endParaRPr sz="675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8" name="Google Shape;1720;p100">
            <a:extLst>
              <a:ext uri="{FF2B5EF4-FFF2-40B4-BE49-F238E27FC236}">
                <a16:creationId xmlns:a16="http://schemas.microsoft.com/office/drawing/2014/main" id="{8516EBE4-A63E-0796-8A8F-F7B9D9F13350}"/>
              </a:ext>
            </a:extLst>
          </p:cNvPr>
          <p:cNvSpPr txBox="1"/>
          <p:nvPr/>
        </p:nvSpPr>
        <p:spPr>
          <a:xfrm>
            <a:off x="1491124" y="3759273"/>
            <a:ext cx="313650" cy="20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675">
                <a:latin typeface="Red Hat Text"/>
                <a:ea typeface="Red Hat Text"/>
                <a:cs typeface="Red Hat Text"/>
                <a:sym typeface="Red Hat Text"/>
              </a:rPr>
              <a:t>2014</a:t>
            </a:r>
            <a:endParaRPr sz="675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39" name="Google Shape;1722;p100">
            <a:extLst>
              <a:ext uri="{FF2B5EF4-FFF2-40B4-BE49-F238E27FC236}">
                <a16:creationId xmlns:a16="http://schemas.microsoft.com/office/drawing/2014/main" id="{0DE43503-566C-D74B-1537-07882A328169}"/>
              </a:ext>
            </a:extLst>
          </p:cNvPr>
          <p:cNvSpPr txBox="1"/>
          <p:nvPr/>
        </p:nvSpPr>
        <p:spPr>
          <a:xfrm>
            <a:off x="1933415" y="3752456"/>
            <a:ext cx="313650" cy="20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675">
                <a:latin typeface="Red Hat Text"/>
                <a:ea typeface="Red Hat Text"/>
                <a:cs typeface="Red Hat Text"/>
                <a:sym typeface="Red Hat Text"/>
              </a:rPr>
              <a:t>2016</a:t>
            </a:r>
            <a:endParaRPr sz="675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40" name="Google Shape;1725;p100">
            <a:extLst>
              <a:ext uri="{FF2B5EF4-FFF2-40B4-BE49-F238E27FC236}">
                <a16:creationId xmlns:a16="http://schemas.microsoft.com/office/drawing/2014/main" id="{6C65B0CF-7FB9-BD7A-415F-3F6B8B99B0A8}"/>
              </a:ext>
            </a:extLst>
          </p:cNvPr>
          <p:cNvSpPr txBox="1"/>
          <p:nvPr/>
        </p:nvSpPr>
        <p:spPr>
          <a:xfrm>
            <a:off x="1075744" y="2550466"/>
            <a:ext cx="313650" cy="38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69" rIns="0" bIns="0" anchor="t" anchorCtr="0">
            <a:noAutofit/>
          </a:bodyPr>
          <a:lstStyle/>
          <a:p>
            <a:pPr algn="ctr"/>
            <a:r>
              <a:rPr lang="en" sz="675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47%</a:t>
            </a:r>
            <a:endParaRPr sz="675">
              <a:solidFill>
                <a:srgbClr val="FFFFFF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241" name="Google Shape;1728;p100">
            <a:extLst>
              <a:ext uri="{FF2B5EF4-FFF2-40B4-BE49-F238E27FC236}">
                <a16:creationId xmlns:a16="http://schemas.microsoft.com/office/drawing/2014/main" id="{549C868C-6C8A-8951-0228-3BA08388A4B5}"/>
              </a:ext>
            </a:extLst>
          </p:cNvPr>
          <p:cNvSpPr txBox="1"/>
          <p:nvPr/>
        </p:nvSpPr>
        <p:spPr>
          <a:xfrm>
            <a:off x="1535845" y="2206683"/>
            <a:ext cx="313650" cy="38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69" rIns="0" bIns="0" anchor="t" anchorCtr="0">
            <a:noAutofit/>
          </a:bodyPr>
          <a:lstStyle/>
          <a:p>
            <a:pPr algn="ctr"/>
            <a:r>
              <a:rPr lang="en" sz="675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60%</a:t>
            </a:r>
            <a:endParaRPr sz="675">
              <a:solidFill>
                <a:srgbClr val="FFFFFF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242" name="Google Shape;1729;p100">
            <a:extLst>
              <a:ext uri="{FF2B5EF4-FFF2-40B4-BE49-F238E27FC236}">
                <a16:creationId xmlns:a16="http://schemas.microsoft.com/office/drawing/2014/main" id="{8E37A2DB-DF8D-4C23-C99D-E5BDDA987E68}"/>
              </a:ext>
            </a:extLst>
          </p:cNvPr>
          <p:cNvSpPr txBox="1"/>
          <p:nvPr/>
        </p:nvSpPr>
        <p:spPr>
          <a:xfrm>
            <a:off x="1978136" y="2064247"/>
            <a:ext cx="313650" cy="38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69" rIns="0" bIns="0" anchor="t" anchorCtr="0">
            <a:noAutofit/>
          </a:bodyPr>
          <a:lstStyle/>
          <a:p>
            <a:pPr algn="ctr"/>
            <a:r>
              <a:rPr lang="en" sz="675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65%</a:t>
            </a:r>
            <a:endParaRPr sz="675">
              <a:solidFill>
                <a:srgbClr val="FFFFFF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244" name="Google Shape;1731;p100">
            <a:extLst>
              <a:ext uri="{FF2B5EF4-FFF2-40B4-BE49-F238E27FC236}">
                <a16:creationId xmlns:a16="http://schemas.microsoft.com/office/drawing/2014/main" id="{21513258-C5E7-E60A-D611-D8168FF91495}"/>
              </a:ext>
            </a:extLst>
          </p:cNvPr>
          <p:cNvSpPr/>
          <p:nvPr/>
        </p:nvSpPr>
        <p:spPr>
          <a:xfrm>
            <a:off x="2469050" y="2080393"/>
            <a:ext cx="313650" cy="1646325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endParaRPr sz="1050"/>
          </a:p>
        </p:txBody>
      </p:sp>
      <p:sp>
        <p:nvSpPr>
          <p:cNvPr id="249" name="Google Shape;1732;p100">
            <a:extLst>
              <a:ext uri="{FF2B5EF4-FFF2-40B4-BE49-F238E27FC236}">
                <a16:creationId xmlns:a16="http://schemas.microsoft.com/office/drawing/2014/main" id="{D3AD511D-6B63-B147-3BEB-1B16FB7399BA}"/>
              </a:ext>
            </a:extLst>
          </p:cNvPr>
          <p:cNvSpPr txBox="1"/>
          <p:nvPr/>
        </p:nvSpPr>
        <p:spPr>
          <a:xfrm>
            <a:off x="4193735" y="1748779"/>
            <a:ext cx="313650" cy="38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69" rIns="0" bIns="0" anchor="t" anchorCtr="0">
            <a:noAutofit/>
          </a:bodyPr>
          <a:lstStyle/>
          <a:p>
            <a:pPr algn="ctr"/>
            <a:r>
              <a:rPr lang="en" sz="675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65%</a:t>
            </a:r>
            <a:endParaRPr sz="675">
              <a:solidFill>
                <a:srgbClr val="FFFFFF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252" name="Google Shape;1733;p100">
            <a:extLst>
              <a:ext uri="{FF2B5EF4-FFF2-40B4-BE49-F238E27FC236}">
                <a16:creationId xmlns:a16="http://schemas.microsoft.com/office/drawing/2014/main" id="{8CB65D11-961C-117C-B3D3-14DC33B415F0}"/>
              </a:ext>
            </a:extLst>
          </p:cNvPr>
          <p:cNvSpPr txBox="1"/>
          <p:nvPr/>
        </p:nvSpPr>
        <p:spPr>
          <a:xfrm>
            <a:off x="2445308" y="3752456"/>
            <a:ext cx="313650" cy="200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" sz="675">
                <a:latin typeface="Red Hat Text"/>
                <a:ea typeface="Red Hat Text"/>
                <a:cs typeface="Red Hat Text"/>
                <a:sym typeface="Red Hat Text"/>
              </a:rPr>
              <a:t>2018</a:t>
            </a:r>
            <a:endParaRPr sz="675"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63" name="Google Shape;1729;p100">
            <a:extLst>
              <a:ext uri="{FF2B5EF4-FFF2-40B4-BE49-F238E27FC236}">
                <a16:creationId xmlns:a16="http://schemas.microsoft.com/office/drawing/2014/main" id="{E86E4419-467D-DDB1-A3EA-82C52F2A5C2F}"/>
              </a:ext>
            </a:extLst>
          </p:cNvPr>
          <p:cNvSpPr txBox="1"/>
          <p:nvPr/>
        </p:nvSpPr>
        <p:spPr>
          <a:xfrm>
            <a:off x="2493975" y="2064416"/>
            <a:ext cx="313650" cy="38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69" rIns="0" bIns="0" anchor="t" anchorCtr="0">
            <a:noAutofit/>
          </a:bodyPr>
          <a:lstStyle/>
          <a:p>
            <a:pPr algn="ctr"/>
            <a:r>
              <a:rPr lang="en" sz="675">
                <a:solidFill>
                  <a:srgbClr val="FFFFFF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65%</a:t>
            </a:r>
            <a:endParaRPr sz="675">
              <a:solidFill>
                <a:srgbClr val="FFFFFF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264" name="Google Shape;1707;p100">
            <a:extLst>
              <a:ext uri="{FF2B5EF4-FFF2-40B4-BE49-F238E27FC236}">
                <a16:creationId xmlns:a16="http://schemas.microsoft.com/office/drawing/2014/main" id="{2690DA66-4410-067A-2802-8788B6509E70}"/>
              </a:ext>
            </a:extLst>
          </p:cNvPr>
          <p:cNvSpPr txBox="1"/>
          <p:nvPr/>
        </p:nvSpPr>
        <p:spPr>
          <a:xfrm>
            <a:off x="713415" y="3868828"/>
            <a:ext cx="2662502" cy="818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mn-MN" sz="1050">
                <a:latin typeface="Red Hat Text"/>
                <a:ea typeface="Red Hat Text"/>
                <a:cs typeface="Red Hat Text"/>
                <a:sym typeface="Red Hat Text"/>
              </a:rPr>
              <a:t>Дижитал шилжилт хийхэд тулгамдаж байгаа асуудлын </a:t>
            </a:r>
            <a:r>
              <a:rPr lang="en-US" sz="1050">
                <a:latin typeface="Red Hat Text"/>
                <a:ea typeface="Red Hat Text"/>
                <a:cs typeface="Red Hat Text"/>
                <a:sym typeface="Red Hat Text"/>
              </a:rPr>
              <a:t>65% </a:t>
            </a:r>
            <a:r>
              <a:rPr lang="mn-MN" sz="1050">
                <a:latin typeface="Red Hat Text"/>
                <a:ea typeface="Red Hat Text"/>
                <a:cs typeface="Red Hat Text"/>
                <a:sym typeface="Red Hat Text"/>
              </a:rPr>
              <a:t>нь технологийн ур чадварын хомсдол юм.</a:t>
            </a:r>
            <a:endParaRPr sz="1050"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B1EEC00D-37C2-4F9D-771B-58204D4D0E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443" y="175760"/>
            <a:ext cx="1099361" cy="5249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35483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0B17BC-7591-86CB-159A-D7E697D4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750" y="874623"/>
            <a:ext cx="7816500" cy="414900"/>
          </a:xfrm>
        </p:spPr>
        <p:txBody>
          <a:bodyPr/>
          <a:lstStyle/>
          <a:p>
            <a:r>
              <a:rPr lang="en-US" dirty="0"/>
              <a:t>Human resource development strategy - Training need assessment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315A603D-2ACD-4D74-B98D-1BA6174CAFC0}"/>
              </a:ext>
            </a:extLst>
          </p:cNvPr>
          <p:cNvGraphicFramePr/>
          <p:nvPr/>
        </p:nvGraphicFramePr>
        <p:xfrm>
          <a:off x="145025" y="4172812"/>
          <a:ext cx="5519175" cy="4149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BCA21E47-58B6-4730-BAD2-AFD2CDCCB7E9}"/>
              </a:ext>
            </a:extLst>
          </p:cNvPr>
          <p:cNvGraphicFramePr/>
          <p:nvPr/>
        </p:nvGraphicFramePr>
        <p:xfrm>
          <a:off x="5777441" y="1893185"/>
          <a:ext cx="3176621" cy="1932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C7DFE6B-E0F5-B942-D593-DC622157751B}"/>
              </a:ext>
            </a:extLst>
          </p:cNvPr>
          <p:cNvGraphicFramePr/>
          <p:nvPr/>
        </p:nvGraphicFramePr>
        <p:xfrm>
          <a:off x="404776" y="3028281"/>
          <a:ext cx="5149355" cy="6879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678BD4FA-58F2-E5AB-147A-01F2FFF0F4A6}"/>
              </a:ext>
            </a:extLst>
          </p:cNvPr>
          <p:cNvGraphicFramePr/>
          <p:nvPr/>
        </p:nvGraphicFramePr>
        <p:xfrm>
          <a:off x="438643" y="1680632"/>
          <a:ext cx="5081623" cy="891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pic>
        <p:nvPicPr>
          <p:cNvPr id="10" name="Picture 9" descr="A blue and white logo&#10;&#10;Description automatically generated">
            <a:extLst>
              <a:ext uri="{FF2B5EF4-FFF2-40B4-BE49-F238E27FC236}">
                <a16:creationId xmlns:a16="http://schemas.microsoft.com/office/drawing/2014/main" id="{FCFDC30A-54B5-4E5A-B428-4C55D6D5C77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552267" y="136253"/>
            <a:ext cx="1401795" cy="61289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455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4AED134-6FF0-AF54-4A58-F42B56499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2423" y="1178903"/>
            <a:ext cx="6021577" cy="263109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033A34E-EF6D-979C-1F6F-88CF699B46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11170"/>
            <a:ext cx="3660893" cy="3831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ue and white logo&#10;&#10;Description automatically generated">
            <a:extLst>
              <a:ext uri="{FF2B5EF4-FFF2-40B4-BE49-F238E27FC236}">
                <a16:creationId xmlns:a16="http://schemas.microsoft.com/office/drawing/2014/main" id="{B8AC001A-8337-7BFE-FBB0-6640545D5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5848" y="46567"/>
            <a:ext cx="1462042" cy="639233"/>
          </a:xfrm>
          <a:prstGeom prst="rect">
            <a:avLst/>
          </a:prstGeom>
          <a:ln>
            <a:noFill/>
          </a:ln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4FB3DC1-7ECA-F9FD-E5F3-7DA09BF0F9B1}"/>
              </a:ext>
            </a:extLst>
          </p:cNvPr>
          <p:cNvSpPr/>
          <p:nvPr/>
        </p:nvSpPr>
        <p:spPr>
          <a:xfrm>
            <a:off x="6262255" y="1842655"/>
            <a:ext cx="2320636" cy="1745672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42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426D5D-4EF2-31AC-3A8D-6857883814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9676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8380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>
          <a:extLst>
            <a:ext uri="{FF2B5EF4-FFF2-40B4-BE49-F238E27FC236}">
              <a16:creationId xmlns:a16="http://schemas.microsoft.com/office/drawing/2014/main" id="{19377B46-99E0-D7BA-7196-E71675FC9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">
            <a:extLst>
              <a:ext uri="{FF2B5EF4-FFF2-40B4-BE49-F238E27FC236}">
                <a16:creationId xmlns:a16="http://schemas.microsoft.com/office/drawing/2014/main" id="{2ED12825-651F-6EDA-B2D3-C9BFBE358D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63750" y="227093"/>
            <a:ext cx="7816500" cy="3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dirty="0">
                <a:latin typeface="Red Hat Display"/>
                <a:ea typeface="Red Hat Display"/>
                <a:cs typeface="Red Hat Display"/>
                <a:sym typeface="Red Hat Display"/>
              </a:rPr>
              <a:t>Red Hat Academy Milestones</a:t>
            </a:r>
            <a:endParaRPr dirty="0"/>
          </a:p>
        </p:txBody>
      </p:sp>
      <p:grpSp>
        <p:nvGrpSpPr>
          <p:cNvPr id="280" name="Google Shape;280;p7">
            <a:extLst>
              <a:ext uri="{FF2B5EF4-FFF2-40B4-BE49-F238E27FC236}">
                <a16:creationId xmlns:a16="http://schemas.microsoft.com/office/drawing/2014/main" id="{4C3A94B6-8D6E-176D-64D9-DADA5C23395B}"/>
              </a:ext>
            </a:extLst>
          </p:cNvPr>
          <p:cNvGrpSpPr/>
          <p:nvPr/>
        </p:nvGrpSpPr>
        <p:grpSpPr>
          <a:xfrm>
            <a:off x="241470" y="956389"/>
            <a:ext cx="8936906" cy="3960019"/>
            <a:chOff x="7634" y="0"/>
            <a:chExt cx="11915875" cy="5280025"/>
          </a:xfrm>
        </p:grpSpPr>
        <p:sp>
          <p:nvSpPr>
            <p:cNvPr id="281" name="Google Shape;281;p7">
              <a:extLst>
                <a:ext uri="{FF2B5EF4-FFF2-40B4-BE49-F238E27FC236}">
                  <a16:creationId xmlns:a16="http://schemas.microsoft.com/office/drawing/2014/main" id="{4D0B34FD-E3F2-05AE-57BA-DF10B38EAC76}"/>
                </a:ext>
              </a:extLst>
            </p:cNvPr>
            <p:cNvSpPr/>
            <p:nvPr/>
          </p:nvSpPr>
          <p:spPr>
            <a:xfrm>
              <a:off x="240228" y="2336179"/>
              <a:ext cx="1196196" cy="616311"/>
            </a:xfrm>
            <a:prstGeom prst="homePlate">
              <a:avLst>
                <a:gd name="adj" fmla="val 40000"/>
              </a:avLst>
            </a:prstGeom>
            <a:solidFill>
              <a:schemeClr val="lt1"/>
            </a:solidFill>
            <a:ln w="12700" cap="flat" cmpd="sng">
              <a:solidFill>
                <a:srgbClr val="9595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2" name="Google Shape;282;p7">
              <a:extLst>
                <a:ext uri="{FF2B5EF4-FFF2-40B4-BE49-F238E27FC236}">
                  <a16:creationId xmlns:a16="http://schemas.microsoft.com/office/drawing/2014/main" id="{FD09F8D8-0EA3-DCE0-E02C-9B31BFB863EE}"/>
                </a:ext>
              </a:extLst>
            </p:cNvPr>
            <p:cNvSpPr txBox="1"/>
            <p:nvPr/>
          </p:nvSpPr>
          <p:spPr>
            <a:xfrm>
              <a:off x="240228" y="2336179"/>
              <a:ext cx="1072934" cy="6163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6" tIns="80006" rIns="80006" bIns="80006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400"/>
              </a:pPr>
              <a:r>
                <a:rPr lang="en" sz="1050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May 2017</a:t>
              </a:r>
              <a:endParaRPr sz="1050">
                <a:solidFill>
                  <a:schemeClr val="dk1"/>
                </a:solidFill>
              </a:endParaRPr>
            </a:p>
          </p:txBody>
        </p:sp>
        <p:sp>
          <p:nvSpPr>
            <p:cNvPr id="283" name="Google Shape;283;p7">
              <a:extLst>
                <a:ext uri="{FF2B5EF4-FFF2-40B4-BE49-F238E27FC236}">
                  <a16:creationId xmlns:a16="http://schemas.microsoft.com/office/drawing/2014/main" id="{CE335ACD-C1BB-C98D-1968-E72E98EB560E}"/>
                </a:ext>
              </a:extLst>
            </p:cNvPr>
            <p:cNvSpPr/>
            <p:nvPr/>
          </p:nvSpPr>
          <p:spPr>
            <a:xfrm>
              <a:off x="7634" y="27377"/>
              <a:ext cx="1661384" cy="1643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4" name="Google Shape;284;p7">
              <a:extLst>
                <a:ext uri="{FF2B5EF4-FFF2-40B4-BE49-F238E27FC236}">
                  <a16:creationId xmlns:a16="http://schemas.microsoft.com/office/drawing/2014/main" id="{D19EC287-CB2E-B84B-9EBD-36E985E886A2}"/>
                </a:ext>
              </a:extLst>
            </p:cNvPr>
            <p:cNvSpPr txBox="1"/>
            <p:nvPr/>
          </p:nvSpPr>
          <p:spPr>
            <a:xfrm>
              <a:off x="7634" y="27377"/>
              <a:ext cx="1661384" cy="16434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0000" rIns="0" bIns="120000" anchor="b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800"/>
              </a:pPr>
              <a:r>
                <a:rPr lang="en" sz="1350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RHCSA </a:t>
              </a:r>
              <a:r>
                <a:rPr lang="en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training</a:t>
              </a:r>
              <a:endParaRPr sz="135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285" name="Google Shape;285;p7">
              <a:extLst>
                <a:ext uri="{FF2B5EF4-FFF2-40B4-BE49-F238E27FC236}">
                  <a16:creationId xmlns:a16="http://schemas.microsoft.com/office/drawing/2014/main" id="{8507A9F8-6F55-E24D-77CB-53355B16CAF2}"/>
                </a:ext>
              </a:extLst>
            </p:cNvPr>
            <p:cNvSpPr/>
            <p:nvPr/>
          </p:nvSpPr>
          <p:spPr>
            <a:xfrm rot="-28905">
              <a:off x="1436416" y="2642173"/>
              <a:ext cx="514117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050"/>
            </a:p>
          </p:txBody>
        </p:sp>
        <p:cxnSp>
          <p:nvCxnSpPr>
            <p:cNvPr id="286" name="Google Shape;286;p7">
              <a:extLst>
                <a:ext uri="{FF2B5EF4-FFF2-40B4-BE49-F238E27FC236}">
                  <a16:creationId xmlns:a16="http://schemas.microsoft.com/office/drawing/2014/main" id="{61095B9D-2F9E-41AB-0689-942BA28549F0}"/>
                </a:ext>
              </a:extLst>
            </p:cNvPr>
            <p:cNvCxnSpPr/>
            <p:nvPr/>
          </p:nvCxnSpPr>
          <p:spPr>
            <a:xfrm>
              <a:off x="838326" y="1806735"/>
              <a:ext cx="0" cy="513593"/>
            </a:xfrm>
            <a:prstGeom prst="straightConnector1">
              <a:avLst/>
            </a:prstGeom>
            <a:noFill/>
            <a:ln w="12700" cap="flat" cmpd="sng">
              <a:solidFill>
                <a:schemeClr val="accent3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287" name="Google Shape;287;p7">
              <a:extLst>
                <a:ext uri="{FF2B5EF4-FFF2-40B4-BE49-F238E27FC236}">
                  <a16:creationId xmlns:a16="http://schemas.microsoft.com/office/drawing/2014/main" id="{D51E8526-4EB3-D53E-5AC4-B558515DF9E8}"/>
                </a:ext>
              </a:extLst>
            </p:cNvPr>
            <p:cNvSpPr/>
            <p:nvPr/>
          </p:nvSpPr>
          <p:spPr>
            <a:xfrm>
              <a:off x="786967" y="1695371"/>
              <a:ext cx="102718" cy="102718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rgbClr val="9595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8" name="Google Shape;288;p7">
              <a:extLst>
                <a:ext uri="{FF2B5EF4-FFF2-40B4-BE49-F238E27FC236}">
                  <a16:creationId xmlns:a16="http://schemas.microsoft.com/office/drawing/2014/main" id="{4FCBB877-3BCD-DD49-84E7-D7E1E0D3547E}"/>
                </a:ext>
              </a:extLst>
            </p:cNvPr>
            <p:cNvSpPr/>
            <p:nvPr/>
          </p:nvSpPr>
          <p:spPr>
            <a:xfrm>
              <a:off x="1950524" y="2323211"/>
              <a:ext cx="1447743" cy="633603"/>
            </a:xfrm>
            <a:prstGeom prst="hexagon">
              <a:avLst>
                <a:gd name="adj" fmla="val 40000"/>
                <a:gd name="vf" fmla="val 115470"/>
              </a:avLst>
            </a:prstGeom>
            <a:solidFill>
              <a:schemeClr val="lt1"/>
            </a:solidFill>
            <a:ln w="12700" cap="flat" cmpd="sng">
              <a:solidFill>
                <a:srgbClr val="9595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89" name="Google Shape;289;p7">
              <a:extLst>
                <a:ext uri="{FF2B5EF4-FFF2-40B4-BE49-F238E27FC236}">
                  <a16:creationId xmlns:a16="http://schemas.microsoft.com/office/drawing/2014/main" id="{4F8A5F60-B4C6-E9CB-BEB7-5155414FB7AE}"/>
                </a:ext>
              </a:extLst>
            </p:cNvPr>
            <p:cNvSpPr txBox="1"/>
            <p:nvPr/>
          </p:nvSpPr>
          <p:spPr>
            <a:xfrm>
              <a:off x="2155650" y="2412984"/>
              <a:ext cx="1037491" cy="4540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6" tIns="80006" rIns="80006" bIns="80006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400"/>
              </a:pPr>
              <a:r>
                <a:rPr lang="en" sz="1050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January 2020</a:t>
              </a:r>
              <a:endParaRPr sz="1050">
                <a:solidFill>
                  <a:schemeClr val="dk1"/>
                </a:solidFill>
              </a:endParaRPr>
            </a:p>
          </p:txBody>
        </p:sp>
        <p:sp>
          <p:nvSpPr>
            <p:cNvPr id="290" name="Google Shape;290;p7">
              <a:extLst>
                <a:ext uri="{FF2B5EF4-FFF2-40B4-BE49-F238E27FC236}">
                  <a16:creationId xmlns:a16="http://schemas.microsoft.com/office/drawing/2014/main" id="{4AFC8643-6B8F-F32C-C767-1AA0132A8511}"/>
                </a:ext>
              </a:extLst>
            </p:cNvPr>
            <p:cNvSpPr/>
            <p:nvPr/>
          </p:nvSpPr>
          <p:spPr>
            <a:xfrm>
              <a:off x="1669018" y="3590417"/>
              <a:ext cx="2010755" cy="1689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1" name="Google Shape;291;p7">
              <a:extLst>
                <a:ext uri="{FF2B5EF4-FFF2-40B4-BE49-F238E27FC236}">
                  <a16:creationId xmlns:a16="http://schemas.microsoft.com/office/drawing/2014/main" id="{3E3D823E-7898-8C0B-A788-D2FFFFB826D0}"/>
                </a:ext>
              </a:extLst>
            </p:cNvPr>
            <p:cNvSpPr txBox="1"/>
            <p:nvPr/>
          </p:nvSpPr>
          <p:spPr>
            <a:xfrm>
              <a:off x="1669018" y="3590417"/>
              <a:ext cx="2010755" cy="1689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0000" rIns="0" bIns="120000" anchor="t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800"/>
              </a:pPr>
              <a:r>
                <a:rPr lang="en" sz="1350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RHCSA exam</a:t>
              </a:r>
              <a:endParaRPr sz="1050"/>
            </a:p>
          </p:txBody>
        </p:sp>
        <p:sp>
          <p:nvSpPr>
            <p:cNvPr id="292" name="Google Shape;292;p7">
              <a:extLst>
                <a:ext uri="{FF2B5EF4-FFF2-40B4-BE49-F238E27FC236}">
                  <a16:creationId xmlns:a16="http://schemas.microsoft.com/office/drawing/2014/main" id="{1F978D1F-A363-13A9-6C75-500751346357}"/>
                </a:ext>
              </a:extLst>
            </p:cNvPr>
            <p:cNvSpPr/>
            <p:nvPr/>
          </p:nvSpPr>
          <p:spPr>
            <a:xfrm rot="16003">
              <a:off x="3398265" y="2641281"/>
              <a:ext cx="545128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050"/>
            </a:p>
          </p:txBody>
        </p:sp>
        <p:cxnSp>
          <p:nvCxnSpPr>
            <p:cNvPr id="293" name="Google Shape;293;p7">
              <a:extLst>
                <a:ext uri="{FF2B5EF4-FFF2-40B4-BE49-F238E27FC236}">
                  <a16:creationId xmlns:a16="http://schemas.microsoft.com/office/drawing/2014/main" id="{D469ED5B-29EE-8424-A5F6-4C90D6194FC5}"/>
                </a:ext>
              </a:extLst>
            </p:cNvPr>
            <p:cNvCxnSpPr/>
            <p:nvPr/>
          </p:nvCxnSpPr>
          <p:spPr>
            <a:xfrm>
              <a:off x="2674396" y="2956814"/>
              <a:ext cx="0" cy="528002"/>
            </a:xfrm>
            <a:prstGeom prst="straightConnector1">
              <a:avLst/>
            </a:prstGeom>
            <a:noFill/>
            <a:ln w="12700" cap="flat" cmpd="sng">
              <a:solidFill>
                <a:schemeClr val="accent3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294" name="Google Shape;294;p7">
              <a:extLst>
                <a:ext uri="{FF2B5EF4-FFF2-40B4-BE49-F238E27FC236}">
                  <a16:creationId xmlns:a16="http://schemas.microsoft.com/office/drawing/2014/main" id="{9028978C-30BA-CD4D-744F-FD50971840DF}"/>
                </a:ext>
              </a:extLst>
            </p:cNvPr>
            <p:cNvSpPr/>
            <p:nvPr/>
          </p:nvSpPr>
          <p:spPr>
            <a:xfrm>
              <a:off x="2612236" y="3484816"/>
              <a:ext cx="124319" cy="1056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rgbClr val="9595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5" name="Google Shape;295;p7">
              <a:extLst>
                <a:ext uri="{FF2B5EF4-FFF2-40B4-BE49-F238E27FC236}">
                  <a16:creationId xmlns:a16="http://schemas.microsoft.com/office/drawing/2014/main" id="{9B5A54D2-0A23-F8B5-76A6-CA6A90DED826}"/>
                </a:ext>
              </a:extLst>
            </p:cNvPr>
            <p:cNvSpPr/>
            <p:nvPr/>
          </p:nvSpPr>
          <p:spPr>
            <a:xfrm>
              <a:off x="3943390" y="2349489"/>
              <a:ext cx="1282820" cy="586120"/>
            </a:xfrm>
            <a:prstGeom prst="hexagon">
              <a:avLst>
                <a:gd name="adj" fmla="val 40000"/>
                <a:gd name="vf" fmla="val 115470"/>
              </a:avLst>
            </a:prstGeom>
            <a:solidFill>
              <a:srgbClr val="FF3300"/>
            </a:solidFill>
            <a:ln w="12700" cap="flat" cmpd="sng">
              <a:solidFill>
                <a:srgbClr val="9595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6" name="Google Shape;296;p7">
              <a:extLst>
                <a:ext uri="{FF2B5EF4-FFF2-40B4-BE49-F238E27FC236}">
                  <a16:creationId xmlns:a16="http://schemas.microsoft.com/office/drawing/2014/main" id="{9A37201F-38BE-E501-6184-F75DAF2A50A1}"/>
                </a:ext>
              </a:extLst>
            </p:cNvPr>
            <p:cNvSpPr txBox="1"/>
            <p:nvPr/>
          </p:nvSpPr>
          <p:spPr>
            <a:xfrm>
              <a:off x="4128441" y="2434039"/>
              <a:ext cx="912718" cy="4170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6" tIns="80006" rIns="80006" bIns="80006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400"/>
              </a:pPr>
              <a:r>
                <a:rPr lang="en" sz="1050">
                  <a:solidFill>
                    <a:schemeClr val="lt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August 2022</a:t>
              </a:r>
              <a:endParaRPr sz="1050"/>
            </a:p>
          </p:txBody>
        </p:sp>
        <p:sp>
          <p:nvSpPr>
            <p:cNvPr id="297" name="Google Shape;297;p7">
              <a:extLst>
                <a:ext uri="{FF2B5EF4-FFF2-40B4-BE49-F238E27FC236}">
                  <a16:creationId xmlns:a16="http://schemas.microsoft.com/office/drawing/2014/main" id="{C95CAB42-A1C2-3A49-1136-6F0B6AFFC19E}"/>
                </a:ext>
              </a:extLst>
            </p:cNvPr>
            <p:cNvSpPr/>
            <p:nvPr/>
          </p:nvSpPr>
          <p:spPr>
            <a:xfrm>
              <a:off x="3693953" y="65847"/>
              <a:ext cx="1781695" cy="1562988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298" name="Google Shape;298;p7">
              <a:extLst>
                <a:ext uri="{FF2B5EF4-FFF2-40B4-BE49-F238E27FC236}">
                  <a16:creationId xmlns:a16="http://schemas.microsoft.com/office/drawing/2014/main" id="{C21029C3-8ED2-5333-338A-5E0DC0528252}"/>
                </a:ext>
              </a:extLst>
            </p:cNvPr>
            <p:cNvSpPr txBox="1"/>
            <p:nvPr/>
          </p:nvSpPr>
          <p:spPr>
            <a:xfrm>
              <a:off x="3972677" y="310357"/>
              <a:ext cx="1224247" cy="107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0000" rIns="0" bIns="12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800"/>
              </a:pPr>
              <a:r>
                <a:rPr lang="en" sz="1350" i="1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RHA ready partner</a:t>
              </a:r>
              <a:endParaRPr sz="1050"/>
            </a:p>
          </p:txBody>
        </p:sp>
        <p:sp>
          <p:nvSpPr>
            <p:cNvPr id="299" name="Google Shape;299;p7">
              <a:extLst>
                <a:ext uri="{FF2B5EF4-FFF2-40B4-BE49-F238E27FC236}">
                  <a16:creationId xmlns:a16="http://schemas.microsoft.com/office/drawing/2014/main" id="{277929F6-A656-6D85-BFE8-477B1EB0930B}"/>
                </a:ext>
              </a:extLst>
            </p:cNvPr>
            <p:cNvSpPr/>
            <p:nvPr/>
          </p:nvSpPr>
          <p:spPr>
            <a:xfrm rot="-15143">
              <a:off x="5226208" y="2641281"/>
              <a:ext cx="576080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050"/>
            </a:p>
          </p:txBody>
        </p:sp>
        <p:cxnSp>
          <p:nvCxnSpPr>
            <p:cNvPr id="300" name="Google Shape;300;p7">
              <a:extLst>
                <a:ext uri="{FF2B5EF4-FFF2-40B4-BE49-F238E27FC236}">
                  <a16:creationId xmlns:a16="http://schemas.microsoft.com/office/drawing/2014/main" id="{C53749FD-9913-43C5-2453-70E636E1AAC6}"/>
                </a:ext>
              </a:extLst>
            </p:cNvPr>
            <p:cNvCxnSpPr/>
            <p:nvPr/>
          </p:nvCxnSpPr>
          <p:spPr>
            <a:xfrm>
              <a:off x="4584800" y="1817530"/>
              <a:ext cx="0" cy="488433"/>
            </a:xfrm>
            <a:prstGeom prst="straightConnector1">
              <a:avLst/>
            </a:prstGeom>
            <a:noFill/>
            <a:ln w="12700" cap="flat" cmpd="sng">
              <a:solidFill>
                <a:schemeClr val="accent3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301" name="Google Shape;301;p7">
              <a:extLst>
                <a:ext uri="{FF2B5EF4-FFF2-40B4-BE49-F238E27FC236}">
                  <a16:creationId xmlns:a16="http://schemas.microsoft.com/office/drawing/2014/main" id="{CA6D71E8-9D17-357B-1195-2597D6C88486}"/>
                </a:ext>
              </a:extLst>
            </p:cNvPr>
            <p:cNvSpPr/>
            <p:nvPr/>
          </p:nvSpPr>
          <p:spPr>
            <a:xfrm>
              <a:off x="4529722" y="1696102"/>
              <a:ext cx="110157" cy="97686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rgbClr val="9595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2" name="Google Shape;302;p7">
              <a:extLst>
                <a:ext uri="{FF2B5EF4-FFF2-40B4-BE49-F238E27FC236}">
                  <a16:creationId xmlns:a16="http://schemas.microsoft.com/office/drawing/2014/main" id="{23B2FAFB-CE27-549A-CF68-5CF5259366C1}"/>
                </a:ext>
              </a:extLst>
            </p:cNvPr>
            <p:cNvSpPr/>
            <p:nvPr/>
          </p:nvSpPr>
          <p:spPr>
            <a:xfrm>
              <a:off x="5802286" y="2323211"/>
              <a:ext cx="1752772" cy="633603"/>
            </a:xfrm>
            <a:prstGeom prst="hexagon">
              <a:avLst>
                <a:gd name="adj" fmla="val 40000"/>
                <a:gd name="vf" fmla="val 115470"/>
              </a:avLst>
            </a:prstGeom>
            <a:solidFill>
              <a:schemeClr val="lt1"/>
            </a:solidFill>
            <a:ln w="12700" cap="flat" cmpd="sng">
              <a:solidFill>
                <a:srgbClr val="9595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3" name="Google Shape;303;p7">
              <a:extLst>
                <a:ext uri="{FF2B5EF4-FFF2-40B4-BE49-F238E27FC236}">
                  <a16:creationId xmlns:a16="http://schemas.microsoft.com/office/drawing/2014/main" id="{ADCBC3C0-3D88-0998-3A2A-6E1F56499F1D}"/>
                </a:ext>
              </a:extLst>
            </p:cNvPr>
            <p:cNvSpPr txBox="1"/>
            <p:nvPr/>
          </p:nvSpPr>
          <p:spPr>
            <a:xfrm>
              <a:off x="6032831" y="2406550"/>
              <a:ext cx="1291682" cy="4669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6" tIns="80006" rIns="80006" bIns="80006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400"/>
              </a:pPr>
              <a:r>
                <a:rPr lang="en" sz="1050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September 2022</a:t>
              </a:r>
              <a:endParaRPr sz="105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04" name="Google Shape;304;p7">
              <a:extLst>
                <a:ext uri="{FF2B5EF4-FFF2-40B4-BE49-F238E27FC236}">
                  <a16:creationId xmlns:a16="http://schemas.microsoft.com/office/drawing/2014/main" id="{EE29CD38-996C-A992-A7A3-7610EE67FFD7}"/>
                </a:ext>
              </a:extLst>
            </p:cNvPr>
            <p:cNvSpPr/>
            <p:nvPr/>
          </p:nvSpPr>
          <p:spPr>
            <a:xfrm>
              <a:off x="5461469" y="3590417"/>
              <a:ext cx="2434406" cy="1689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5" name="Google Shape;305;p7">
              <a:extLst>
                <a:ext uri="{FF2B5EF4-FFF2-40B4-BE49-F238E27FC236}">
                  <a16:creationId xmlns:a16="http://schemas.microsoft.com/office/drawing/2014/main" id="{645A4378-E7A7-7834-8618-FD0E5C119885}"/>
                </a:ext>
              </a:extLst>
            </p:cNvPr>
            <p:cNvSpPr txBox="1"/>
            <p:nvPr/>
          </p:nvSpPr>
          <p:spPr>
            <a:xfrm>
              <a:off x="5461469" y="3590417"/>
              <a:ext cx="2434406" cy="1689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0000" rIns="0" bIns="120000" anchor="t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800"/>
              </a:pPr>
              <a:r>
                <a:rPr lang="en" sz="1350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2 instructors,</a:t>
              </a:r>
              <a:endParaRPr sz="1050"/>
            </a:p>
            <a:p>
              <a:pPr algn="ctr">
                <a:lnSpc>
                  <a:spcPct val="90000"/>
                </a:lnSpc>
                <a:spcBef>
                  <a:spcPts val="472"/>
                </a:spcBef>
                <a:buClr>
                  <a:schemeClr val="dk1"/>
                </a:buClr>
                <a:buSzPts val="1800"/>
              </a:pPr>
              <a:r>
                <a:rPr lang="en" sz="1350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Quarterly training</a:t>
              </a:r>
              <a:endParaRPr sz="1050"/>
            </a:p>
          </p:txBody>
        </p:sp>
        <p:sp>
          <p:nvSpPr>
            <p:cNvPr id="306" name="Google Shape;306;p7">
              <a:extLst>
                <a:ext uri="{FF2B5EF4-FFF2-40B4-BE49-F238E27FC236}">
                  <a16:creationId xmlns:a16="http://schemas.microsoft.com/office/drawing/2014/main" id="{E8F08966-9B3A-5F27-7DD5-DAFE64A51020}"/>
                </a:ext>
              </a:extLst>
            </p:cNvPr>
            <p:cNvSpPr/>
            <p:nvPr/>
          </p:nvSpPr>
          <p:spPr>
            <a:xfrm>
              <a:off x="7555059" y="2640012"/>
              <a:ext cx="623484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050"/>
            </a:p>
          </p:txBody>
        </p:sp>
        <p:cxnSp>
          <p:nvCxnSpPr>
            <p:cNvPr id="307" name="Google Shape;307;p7">
              <a:extLst>
                <a:ext uri="{FF2B5EF4-FFF2-40B4-BE49-F238E27FC236}">
                  <a16:creationId xmlns:a16="http://schemas.microsoft.com/office/drawing/2014/main" id="{2AA47CEA-E697-0F79-7E14-94A86987F172}"/>
                </a:ext>
              </a:extLst>
            </p:cNvPr>
            <p:cNvCxnSpPr/>
            <p:nvPr/>
          </p:nvCxnSpPr>
          <p:spPr>
            <a:xfrm>
              <a:off x="6678672" y="2956814"/>
              <a:ext cx="0" cy="528002"/>
            </a:xfrm>
            <a:prstGeom prst="straightConnector1">
              <a:avLst/>
            </a:prstGeom>
            <a:noFill/>
            <a:ln w="12700" cap="flat" cmpd="sng">
              <a:solidFill>
                <a:schemeClr val="accent3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308" name="Google Shape;308;p7">
              <a:extLst>
                <a:ext uri="{FF2B5EF4-FFF2-40B4-BE49-F238E27FC236}">
                  <a16:creationId xmlns:a16="http://schemas.microsoft.com/office/drawing/2014/main" id="{AA2CB6F2-DCF7-4346-09B8-704DEF10D318}"/>
                </a:ext>
              </a:extLst>
            </p:cNvPr>
            <p:cNvSpPr/>
            <p:nvPr/>
          </p:nvSpPr>
          <p:spPr>
            <a:xfrm>
              <a:off x="6603416" y="3484816"/>
              <a:ext cx="150512" cy="1056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rgbClr val="9595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09" name="Google Shape;309;p7">
              <a:extLst>
                <a:ext uri="{FF2B5EF4-FFF2-40B4-BE49-F238E27FC236}">
                  <a16:creationId xmlns:a16="http://schemas.microsoft.com/office/drawing/2014/main" id="{DB3046A3-B7AB-FE24-8419-6A91368ACF90}"/>
                </a:ext>
              </a:extLst>
            </p:cNvPr>
            <p:cNvSpPr/>
            <p:nvPr/>
          </p:nvSpPr>
          <p:spPr>
            <a:xfrm>
              <a:off x="8178543" y="2323211"/>
              <a:ext cx="1453720" cy="633603"/>
            </a:xfrm>
            <a:prstGeom prst="hexagon">
              <a:avLst>
                <a:gd name="adj" fmla="val 40000"/>
                <a:gd name="vf" fmla="val 115470"/>
              </a:avLst>
            </a:prstGeom>
            <a:solidFill>
              <a:schemeClr val="lt1"/>
            </a:solidFill>
            <a:ln w="12700" cap="flat" cmpd="sng">
              <a:solidFill>
                <a:srgbClr val="9595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0" name="Google Shape;310;p7">
              <a:extLst>
                <a:ext uri="{FF2B5EF4-FFF2-40B4-BE49-F238E27FC236}">
                  <a16:creationId xmlns:a16="http://schemas.microsoft.com/office/drawing/2014/main" id="{2E55AE6B-9B0A-C8A5-E2BF-A1F34F1D1B2A}"/>
                </a:ext>
              </a:extLst>
            </p:cNvPr>
            <p:cNvSpPr txBox="1"/>
            <p:nvPr/>
          </p:nvSpPr>
          <p:spPr>
            <a:xfrm>
              <a:off x="8384167" y="2412832"/>
              <a:ext cx="1042472" cy="454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6" tIns="80006" rIns="80006" bIns="80006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400"/>
              </a:pPr>
              <a:r>
                <a:rPr lang="en" sz="1050">
                  <a:solidFill>
                    <a:schemeClr val="dk1"/>
                  </a:solidFill>
                  <a:highlight>
                    <a:schemeClr val="lt1"/>
                  </a:highlight>
                  <a:latin typeface="Red Hat Display"/>
                  <a:ea typeface="Red Hat Display"/>
                  <a:cs typeface="Red Hat Display"/>
                  <a:sym typeface="Red Hat Display"/>
                </a:rPr>
                <a:t>October 2023</a:t>
              </a:r>
              <a:endParaRPr sz="1050">
                <a:solidFill>
                  <a:schemeClr val="dk1"/>
                </a:solidFill>
                <a:highlight>
                  <a:schemeClr val="lt1"/>
                </a:highlight>
              </a:endParaRPr>
            </a:p>
          </p:txBody>
        </p:sp>
        <p:sp>
          <p:nvSpPr>
            <p:cNvPr id="311" name="Google Shape;311;p7">
              <a:extLst>
                <a:ext uri="{FF2B5EF4-FFF2-40B4-BE49-F238E27FC236}">
                  <a16:creationId xmlns:a16="http://schemas.microsoft.com/office/drawing/2014/main" id="{B92ADAA8-81C2-65EE-A8C5-1D8B53EE7F62}"/>
                </a:ext>
              </a:extLst>
            </p:cNvPr>
            <p:cNvSpPr/>
            <p:nvPr/>
          </p:nvSpPr>
          <p:spPr>
            <a:xfrm>
              <a:off x="7895876" y="0"/>
              <a:ext cx="2019055" cy="1689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2" name="Google Shape;312;p7">
              <a:extLst>
                <a:ext uri="{FF2B5EF4-FFF2-40B4-BE49-F238E27FC236}">
                  <a16:creationId xmlns:a16="http://schemas.microsoft.com/office/drawing/2014/main" id="{605CD8AB-D1AD-A54B-665E-03C60A8FA21A}"/>
                </a:ext>
              </a:extLst>
            </p:cNvPr>
            <p:cNvSpPr txBox="1"/>
            <p:nvPr/>
          </p:nvSpPr>
          <p:spPr>
            <a:xfrm>
              <a:off x="7895876" y="0"/>
              <a:ext cx="2019055" cy="16896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0000" rIns="0" bIns="120000" anchor="b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800"/>
              </a:pPr>
              <a:r>
                <a:rPr lang="en" sz="1350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Subject at NUM</a:t>
              </a:r>
              <a:endParaRPr sz="1050"/>
            </a:p>
          </p:txBody>
        </p:sp>
        <p:sp>
          <p:nvSpPr>
            <p:cNvPr id="313" name="Google Shape;313;p7">
              <a:extLst>
                <a:ext uri="{FF2B5EF4-FFF2-40B4-BE49-F238E27FC236}">
                  <a16:creationId xmlns:a16="http://schemas.microsoft.com/office/drawing/2014/main" id="{02F029A6-4CBE-8108-A17F-3EBD5284269F}"/>
                </a:ext>
              </a:extLst>
            </p:cNvPr>
            <p:cNvSpPr/>
            <p:nvPr/>
          </p:nvSpPr>
          <p:spPr>
            <a:xfrm rot="-113670">
              <a:off x="9632097" y="2629926"/>
              <a:ext cx="610186" cy="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w="12700" cap="flat" cmpd="sng">
              <a:solidFill>
                <a:schemeClr val="accent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 sz="1050"/>
            </a:p>
          </p:txBody>
        </p:sp>
        <p:cxnSp>
          <p:nvCxnSpPr>
            <p:cNvPr id="314" name="Google Shape;314;p7">
              <a:extLst>
                <a:ext uri="{FF2B5EF4-FFF2-40B4-BE49-F238E27FC236}">
                  <a16:creationId xmlns:a16="http://schemas.microsoft.com/office/drawing/2014/main" id="{CFAE2B1A-3708-C543-E112-D67A2895DF89}"/>
                </a:ext>
              </a:extLst>
            </p:cNvPr>
            <p:cNvCxnSpPr/>
            <p:nvPr/>
          </p:nvCxnSpPr>
          <p:spPr>
            <a:xfrm>
              <a:off x="8905404" y="1795208"/>
              <a:ext cx="0" cy="528002"/>
            </a:xfrm>
            <a:prstGeom prst="straightConnector1">
              <a:avLst/>
            </a:prstGeom>
            <a:noFill/>
            <a:ln w="12700" cap="flat" cmpd="sng">
              <a:solidFill>
                <a:schemeClr val="accent3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315" name="Google Shape;315;p7">
              <a:extLst>
                <a:ext uri="{FF2B5EF4-FFF2-40B4-BE49-F238E27FC236}">
                  <a16:creationId xmlns:a16="http://schemas.microsoft.com/office/drawing/2014/main" id="{01A4A3C2-8CE6-4C70-88A2-C201D1E61055}"/>
                </a:ext>
              </a:extLst>
            </p:cNvPr>
            <p:cNvSpPr/>
            <p:nvPr/>
          </p:nvSpPr>
          <p:spPr>
            <a:xfrm>
              <a:off x="8842987" y="1689607"/>
              <a:ext cx="124832" cy="1056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rgbClr val="9595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6" name="Google Shape;316;p7">
              <a:extLst>
                <a:ext uri="{FF2B5EF4-FFF2-40B4-BE49-F238E27FC236}">
                  <a16:creationId xmlns:a16="http://schemas.microsoft.com/office/drawing/2014/main" id="{09DC5200-E33D-2864-5D23-2107D6726078}"/>
                </a:ext>
              </a:extLst>
            </p:cNvPr>
            <p:cNvSpPr/>
            <p:nvPr/>
          </p:nvSpPr>
          <p:spPr>
            <a:xfrm rot="10800000">
              <a:off x="10242117" y="2314326"/>
              <a:ext cx="1407678" cy="611027"/>
            </a:xfrm>
            <a:prstGeom prst="homePlate">
              <a:avLst>
                <a:gd name="adj" fmla="val 40000"/>
              </a:avLst>
            </a:prstGeom>
            <a:solidFill>
              <a:srgbClr val="FF3300"/>
            </a:solidFill>
            <a:ln w="12700" cap="flat" cmpd="sng">
              <a:solidFill>
                <a:srgbClr val="9595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7" name="Google Shape;317;p7">
              <a:extLst>
                <a:ext uri="{FF2B5EF4-FFF2-40B4-BE49-F238E27FC236}">
                  <a16:creationId xmlns:a16="http://schemas.microsoft.com/office/drawing/2014/main" id="{3AF63395-CED5-861F-227D-C48D920C702B}"/>
                </a:ext>
              </a:extLst>
            </p:cNvPr>
            <p:cNvSpPr txBox="1"/>
            <p:nvPr/>
          </p:nvSpPr>
          <p:spPr>
            <a:xfrm>
              <a:off x="10364322" y="2314326"/>
              <a:ext cx="1285473" cy="6110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0006" tIns="80006" rIns="80006" bIns="80006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lt1"/>
                </a:buClr>
                <a:buSzPts val="1400"/>
              </a:pPr>
              <a:r>
                <a:rPr lang="en" sz="1050">
                  <a:solidFill>
                    <a:schemeClr val="lt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January</a:t>
              </a:r>
              <a:endParaRPr sz="1050"/>
            </a:p>
            <a:p>
              <a:pPr algn="ctr">
                <a:lnSpc>
                  <a:spcPct val="90000"/>
                </a:lnSpc>
                <a:spcBef>
                  <a:spcPts val="368"/>
                </a:spcBef>
                <a:buClr>
                  <a:schemeClr val="lt1"/>
                </a:buClr>
                <a:buSzPts val="1400"/>
              </a:pPr>
              <a:r>
                <a:rPr lang="en" sz="1050">
                  <a:solidFill>
                    <a:schemeClr val="lt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2024</a:t>
              </a:r>
              <a:endParaRPr sz="1050"/>
            </a:p>
          </p:txBody>
        </p:sp>
        <p:sp>
          <p:nvSpPr>
            <p:cNvPr id="318" name="Google Shape;318;p7">
              <a:extLst>
                <a:ext uri="{FF2B5EF4-FFF2-40B4-BE49-F238E27FC236}">
                  <a16:creationId xmlns:a16="http://schemas.microsoft.com/office/drawing/2014/main" id="{2924AF3D-7DB6-9590-775D-9048AE3337E0}"/>
                </a:ext>
              </a:extLst>
            </p:cNvPr>
            <p:cNvSpPr/>
            <p:nvPr/>
          </p:nvSpPr>
          <p:spPr>
            <a:xfrm>
              <a:off x="9968401" y="3600345"/>
              <a:ext cx="1955108" cy="1629407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>
              <a:noFill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  <p:sp>
          <p:nvSpPr>
            <p:cNvPr id="319" name="Google Shape;319;p7">
              <a:extLst>
                <a:ext uri="{FF2B5EF4-FFF2-40B4-BE49-F238E27FC236}">
                  <a16:creationId xmlns:a16="http://schemas.microsoft.com/office/drawing/2014/main" id="{7BFFE6D0-C4C5-6347-5554-CBBF20CE9525}"/>
                </a:ext>
              </a:extLst>
            </p:cNvPr>
            <p:cNvSpPr txBox="1"/>
            <p:nvPr/>
          </p:nvSpPr>
          <p:spPr>
            <a:xfrm>
              <a:off x="10267111" y="3849293"/>
              <a:ext cx="1357688" cy="11315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120000" rIns="0" bIns="120000" anchor="ctr" anchorCtr="1">
              <a:noAutofit/>
            </a:bodyPr>
            <a:lstStyle/>
            <a:p>
              <a:pPr algn="ctr">
                <a:lnSpc>
                  <a:spcPct val="90000"/>
                </a:lnSpc>
                <a:buClr>
                  <a:schemeClr val="dk1"/>
                </a:buClr>
                <a:buSzPts val="1800"/>
              </a:pPr>
              <a:r>
                <a:rPr lang="en" sz="1350" i="1">
                  <a:solidFill>
                    <a:schemeClr val="dk1"/>
                  </a:solidFill>
                  <a:latin typeface="Red Hat Display"/>
                  <a:ea typeface="Red Hat Display"/>
                  <a:cs typeface="Red Hat Display"/>
                  <a:sym typeface="Red Hat Display"/>
                </a:rPr>
                <a:t>Cloud, Automation</a:t>
              </a:r>
              <a:endParaRPr sz="1350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cxnSp>
          <p:nvCxnSpPr>
            <p:cNvPr id="320" name="Google Shape;320;p7">
              <a:extLst>
                <a:ext uri="{FF2B5EF4-FFF2-40B4-BE49-F238E27FC236}">
                  <a16:creationId xmlns:a16="http://schemas.microsoft.com/office/drawing/2014/main" id="{C77AFE0D-F54C-44BE-08FF-808F2247CB9A}"/>
                </a:ext>
              </a:extLst>
            </p:cNvPr>
            <p:cNvCxnSpPr/>
            <p:nvPr/>
          </p:nvCxnSpPr>
          <p:spPr>
            <a:xfrm>
              <a:off x="10945956" y="2946048"/>
              <a:ext cx="0" cy="509189"/>
            </a:xfrm>
            <a:prstGeom prst="straightConnector1">
              <a:avLst/>
            </a:prstGeom>
            <a:noFill/>
            <a:ln w="12700" cap="flat" cmpd="sng">
              <a:solidFill>
                <a:schemeClr val="accent3"/>
              </a:solidFill>
              <a:prstDash val="dash"/>
              <a:miter lim="800000"/>
              <a:headEnd type="none" w="sm" len="sm"/>
              <a:tailEnd type="none" w="sm" len="sm"/>
            </a:ln>
          </p:spPr>
        </p:cxnSp>
        <p:sp>
          <p:nvSpPr>
            <p:cNvPr id="321" name="Google Shape;321;p7">
              <a:extLst>
                <a:ext uri="{FF2B5EF4-FFF2-40B4-BE49-F238E27FC236}">
                  <a16:creationId xmlns:a16="http://schemas.microsoft.com/office/drawing/2014/main" id="{26ED6427-9538-9B2B-5C0F-3AB2C34B4F8B}"/>
                </a:ext>
              </a:extLst>
            </p:cNvPr>
            <p:cNvSpPr/>
            <p:nvPr/>
          </p:nvSpPr>
          <p:spPr>
            <a:xfrm>
              <a:off x="10885516" y="3466525"/>
              <a:ext cx="120878" cy="101837"/>
            </a:xfrm>
            <a:prstGeom prst="triangle">
              <a:avLst>
                <a:gd name="adj" fmla="val 50000"/>
              </a:avLst>
            </a:prstGeom>
            <a:solidFill>
              <a:schemeClr val="lt1"/>
            </a:solidFill>
            <a:ln w="12700" cap="flat" cmpd="sng">
              <a:solidFill>
                <a:srgbClr val="95959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endParaRPr sz="1050"/>
            </a:p>
          </p:txBody>
        </p:sp>
      </p:grpSp>
      <p:sp>
        <p:nvSpPr>
          <p:cNvPr id="322" name="Google Shape;322;p7">
            <a:extLst>
              <a:ext uri="{FF2B5EF4-FFF2-40B4-BE49-F238E27FC236}">
                <a16:creationId xmlns:a16="http://schemas.microsoft.com/office/drawing/2014/main" id="{649DF2D3-249C-BA02-AA1D-0137AF8AEB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1481" y="4627167"/>
            <a:ext cx="548775" cy="107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fld id="{00000000-1234-1234-1234-123412341234}" type="slidenum">
              <a:rPr lang="en">
                <a:latin typeface="Red Hat Text Medium"/>
                <a:ea typeface="Red Hat Text Medium"/>
                <a:cs typeface="Red Hat Text Medium"/>
                <a:sym typeface="Red Hat Text Medium"/>
              </a:rPr>
              <a:pPr/>
              <a:t>6</a:t>
            </a:fld>
            <a:endParaRPr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</p:spTree>
    <p:extLst>
      <p:ext uri="{BB962C8B-B14F-4D97-AF65-F5344CB8AC3E}">
        <p14:creationId xmlns:p14="http://schemas.microsoft.com/office/powerpoint/2010/main" val="32924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 txBox="1">
            <a:spLocks noGrp="1"/>
          </p:cNvSpPr>
          <p:nvPr>
            <p:ph type="title" idx="4294967295"/>
          </p:nvPr>
        </p:nvSpPr>
        <p:spPr>
          <a:xfrm>
            <a:off x="0" y="-13097"/>
            <a:ext cx="9144000" cy="421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mn-MN" dirty="0">
                <a:ea typeface="Red Hat Display"/>
                <a:cs typeface="Red Hat Display"/>
                <a:sym typeface="Red Hat Display"/>
              </a:rPr>
              <a:t>Баг хамт олон</a:t>
            </a:r>
            <a:endParaRPr lang="en-US" dirty="0">
              <a:latin typeface="Red Hat Display"/>
            </a:endParaRPr>
          </a:p>
        </p:txBody>
      </p:sp>
      <p:sp>
        <p:nvSpPr>
          <p:cNvPr id="260" name="Google Shape;260;p6"/>
          <p:cNvSpPr txBox="1"/>
          <p:nvPr/>
        </p:nvSpPr>
        <p:spPr>
          <a:xfrm>
            <a:off x="1570345" y="2112822"/>
            <a:ext cx="1465938" cy="23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chemeClr val="dk1"/>
              </a:buClr>
              <a:buSzPts val="1900"/>
            </a:pPr>
            <a:r>
              <a:rPr lang="mn-MN" sz="1275" dirty="0">
                <a:solidFill>
                  <a:schemeClr val="dk1"/>
                </a:solidFill>
                <a:ea typeface="Red Hat Text"/>
                <a:cs typeface="Red Hat Text"/>
                <a:sym typeface="Red Hat Text"/>
              </a:rPr>
              <a:t>У.Номин</a:t>
            </a:r>
            <a:endParaRPr sz="1275" dirty="0"/>
          </a:p>
        </p:txBody>
      </p:sp>
      <p:sp>
        <p:nvSpPr>
          <p:cNvPr id="261" name="Google Shape;261;p6"/>
          <p:cNvSpPr txBox="1"/>
          <p:nvPr/>
        </p:nvSpPr>
        <p:spPr>
          <a:xfrm>
            <a:off x="3246196" y="2104235"/>
            <a:ext cx="1303968" cy="280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chemeClr val="dk1"/>
              </a:buClr>
              <a:buSzPts val="1900"/>
            </a:pPr>
            <a:r>
              <a:rPr lang="mn-MN" sz="1275" dirty="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Э.Сүхбаатар</a:t>
            </a:r>
            <a:endParaRPr sz="1275" dirty="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262" name="Google Shape;262;p6"/>
          <p:cNvSpPr txBox="1"/>
          <p:nvPr/>
        </p:nvSpPr>
        <p:spPr>
          <a:xfrm>
            <a:off x="133312" y="2504519"/>
            <a:ext cx="1416442" cy="177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525"/>
              </a:spcBef>
              <a:buClr>
                <a:schemeClr val="dk1"/>
              </a:buClr>
              <a:buSzPts val="1300"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PhD, CEH, CCNA, Security+</a:t>
            </a:r>
            <a:endParaRPr lang="en-US" sz="90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</p:txBody>
      </p:sp>
      <p:sp>
        <p:nvSpPr>
          <p:cNvPr id="263" name="Google Shape;263;p6"/>
          <p:cNvSpPr txBox="1"/>
          <p:nvPr/>
        </p:nvSpPr>
        <p:spPr>
          <a:xfrm>
            <a:off x="1701718" y="2515379"/>
            <a:ext cx="1564697" cy="4004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525"/>
              </a:spcBef>
              <a:buClr>
                <a:schemeClr val="dk1"/>
              </a:buClr>
              <a:buSzPts val="1300"/>
            </a:pPr>
            <a:r>
              <a:rPr lang="en" sz="900" err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M.Sc</a:t>
            </a: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, RHCI, RHCE, RHCSA, ISO 27001 LA, ISO 27001 IA</a:t>
            </a:r>
            <a:endParaRPr lang="en-US" sz="900">
              <a:solidFill>
                <a:schemeClr val="dk1"/>
              </a:solidFill>
            </a:endParaRPr>
          </a:p>
        </p:txBody>
      </p:sp>
      <p:sp>
        <p:nvSpPr>
          <p:cNvPr id="264" name="Google Shape;264;p6"/>
          <p:cNvSpPr txBox="1"/>
          <p:nvPr/>
        </p:nvSpPr>
        <p:spPr>
          <a:xfrm>
            <a:off x="3351395" y="2523364"/>
            <a:ext cx="1343011" cy="196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50000"/>
              </a:lnSpc>
              <a:buClr>
                <a:schemeClr val="dk1"/>
              </a:buClr>
              <a:buSzPts val="1300"/>
            </a:pPr>
            <a:r>
              <a:rPr lang="en-US" sz="900" dirty="0" err="1">
                <a:latin typeface="Red Hat Text" panose="020B0604020202020204" charset="0"/>
                <a:ea typeface="Red Hat Text" panose="020B0604020202020204" charset="0"/>
                <a:cs typeface="Red Hat Text" panose="020B0604020202020204" charset="0"/>
              </a:rPr>
              <a:t>Bsc</a:t>
            </a:r>
            <a:r>
              <a:rPr lang="en-US" sz="900" dirty="0">
                <a:latin typeface="Red Hat Text" panose="020B0604020202020204" charset="0"/>
                <a:ea typeface="Red Hat Text" panose="020B0604020202020204" charset="0"/>
                <a:cs typeface="Red Hat Text" panose="020B0604020202020204" charset="0"/>
              </a:rPr>
              <a:t>, CCNA, Linux+, Virtualization</a:t>
            </a:r>
            <a:endParaRPr lang="en-US" sz="900" dirty="0">
              <a:solidFill>
                <a:schemeClr val="dk1"/>
              </a:solidFill>
              <a:latin typeface="Red Hat Text" panose="020B0604020202020204" charset="0"/>
              <a:ea typeface="Red Hat Text" panose="020B0604020202020204" charset="0"/>
              <a:cs typeface="Red Hat Text" panose="020B0604020202020204" charset="0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1772533" y="2408881"/>
            <a:ext cx="1214320" cy="4571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3310685" y="2415506"/>
            <a:ext cx="1214320" cy="4571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-153128" y="2098058"/>
            <a:ext cx="2114303" cy="2447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chemeClr val="dk1"/>
              </a:buClr>
              <a:buSzPts val="1900"/>
            </a:pPr>
            <a:r>
              <a:rPr lang="mn-MN" sz="1275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Н.Угтахбаяр</a:t>
            </a:r>
            <a:endParaRPr sz="1275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272" name="Google Shape;272;p6"/>
          <p:cNvPicPr preferRelativeResize="0"/>
          <p:nvPr/>
        </p:nvPicPr>
        <p:blipFill>
          <a:blip r:embed="rId3"/>
          <a:srcRect t="836" b="836"/>
          <a:stretch/>
        </p:blipFill>
        <p:spPr>
          <a:xfrm>
            <a:off x="3354607" y="1136282"/>
            <a:ext cx="1066485" cy="1048658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273" name="Google Shape;273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1962" y="1079700"/>
            <a:ext cx="1066486" cy="102428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pic>
        <p:nvPicPr>
          <p:cNvPr id="274" name="Google Shape;274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9923" y="1041285"/>
            <a:ext cx="1028402" cy="1019640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4" name="Google Shape;262;p6">
            <a:extLst>
              <a:ext uri="{FF2B5EF4-FFF2-40B4-BE49-F238E27FC236}">
                <a16:creationId xmlns:a16="http://schemas.microsoft.com/office/drawing/2014/main" id="{7478D2FA-26B8-9AC8-126E-5E0EEEEAA6E1}"/>
              </a:ext>
            </a:extLst>
          </p:cNvPr>
          <p:cNvSpPr txBox="1"/>
          <p:nvPr/>
        </p:nvSpPr>
        <p:spPr>
          <a:xfrm>
            <a:off x="4822378" y="2555757"/>
            <a:ext cx="1474560" cy="337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525"/>
              </a:spcBef>
              <a:buClr>
                <a:schemeClr val="dk1"/>
              </a:buClr>
              <a:buSzPts val="1300"/>
            </a:pPr>
            <a:r>
              <a:rPr lang="en-US" sz="900" dirty="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BSc, CKA, Uptime ATS</a:t>
            </a:r>
            <a:endParaRPr lang="en-US" sz="9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71;p6">
            <a:extLst>
              <a:ext uri="{FF2B5EF4-FFF2-40B4-BE49-F238E27FC236}">
                <a16:creationId xmlns:a16="http://schemas.microsoft.com/office/drawing/2014/main" id="{A00541AC-9710-3E3A-C408-0CFB41408FA2}"/>
              </a:ext>
            </a:extLst>
          </p:cNvPr>
          <p:cNvSpPr txBox="1"/>
          <p:nvPr/>
        </p:nvSpPr>
        <p:spPr>
          <a:xfrm>
            <a:off x="4736718" y="2238975"/>
            <a:ext cx="1474560" cy="216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chemeClr val="dk1"/>
              </a:buClr>
              <a:buSzPts val="1900"/>
            </a:pPr>
            <a:r>
              <a:rPr lang="en" sz="1275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Д</a:t>
            </a:r>
            <a:r>
              <a:rPr lang="mn-MN" sz="1275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.Алтаншагай</a:t>
            </a:r>
            <a:endParaRPr sz="1275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7" name="Google Shape;124;g2bc941ae591_0_0">
            <a:extLst>
              <a:ext uri="{FF2B5EF4-FFF2-40B4-BE49-F238E27FC236}">
                <a16:creationId xmlns:a16="http://schemas.microsoft.com/office/drawing/2014/main" id="{9E2F1901-DE8A-F04F-DBE4-7E96EF28ECC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3873" b="16918"/>
          <a:stretch/>
        </p:blipFill>
        <p:spPr>
          <a:xfrm>
            <a:off x="4895038" y="1145552"/>
            <a:ext cx="1066485" cy="104531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sp>
        <p:nvSpPr>
          <p:cNvPr id="9" name="Google Shape;260;p6">
            <a:extLst>
              <a:ext uri="{FF2B5EF4-FFF2-40B4-BE49-F238E27FC236}">
                <a16:creationId xmlns:a16="http://schemas.microsoft.com/office/drawing/2014/main" id="{5CFBF02D-CCD2-987F-5C90-773F3A1E5543}"/>
              </a:ext>
            </a:extLst>
          </p:cNvPr>
          <p:cNvSpPr txBox="1"/>
          <p:nvPr/>
        </p:nvSpPr>
        <p:spPr>
          <a:xfrm>
            <a:off x="756515" y="4241640"/>
            <a:ext cx="1219443" cy="262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chemeClr val="dk1"/>
              </a:buClr>
              <a:buSzPts val="1900"/>
            </a:pPr>
            <a:r>
              <a:rPr lang="mn-MN" sz="1275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Б.Мөнхтамир</a:t>
            </a:r>
            <a:endParaRPr sz="1275">
              <a:solidFill>
                <a:schemeClr val="dk1"/>
              </a:solidFill>
            </a:endParaRPr>
          </a:p>
        </p:txBody>
      </p:sp>
      <p:sp>
        <p:nvSpPr>
          <p:cNvPr id="10" name="Google Shape;263;p6">
            <a:extLst>
              <a:ext uri="{FF2B5EF4-FFF2-40B4-BE49-F238E27FC236}">
                <a16:creationId xmlns:a16="http://schemas.microsoft.com/office/drawing/2014/main" id="{8589CADA-7DAC-9AED-B128-8F51FFBEA7E4}"/>
              </a:ext>
            </a:extLst>
          </p:cNvPr>
          <p:cNvSpPr txBox="1"/>
          <p:nvPr/>
        </p:nvSpPr>
        <p:spPr>
          <a:xfrm>
            <a:off x="650532" y="4602107"/>
            <a:ext cx="1319557" cy="95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spcBef>
                <a:spcPts val="525"/>
              </a:spcBef>
              <a:buClr>
                <a:schemeClr val="dk1"/>
              </a:buClr>
              <a:buSzPts val="1300"/>
            </a:pPr>
            <a:r>
              <a:rPr lang="en-US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BSc, CEH practical, Linux+, DevOps </a:t>
            </a:r>
            <a:endParaRPr lang="en-US" sz="90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</p:txBody>
      </p:sp>
      <p:sp>
        <p:nvSpPr>
          <p:cNvPr id="12" name="Google Shape;267;p6">
            <a:extLst>
              <a:ext uri="{FF2B5EF4-FFF2-40B4-BE49-F238E27FC236}">
                <a16:creationId xmlns:a16="http://schemas.microsoft.com/office/drawing/2014/main" id="{D9096060-DB5B-333D-B386-963CD3B2038E}"/>
              </a:ext>
            </a:extLst>
          </p:cNvPr>
          <p:cNvSpPr/>
          <p:nvPr/>
        </p:nvSpPr>
        <p:spPr>
          <a:xfrm>
            <a:off x="755610" y="4490306"/>
            <a:ext cx="1214320" cy="4571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73;p6" descr="A person in a black shirt&#10;&#10;Description automatically generated">
            <a:extLst>
              <a:ext uri="{FF2B5EF4-FFF2-40B4-BE49-F238E27FC236}">
                <a16:creationId xmlns:a16="http://schemas.microsoft.com/office/drawing/2014/main" id="{09658D2A-19E9-AD52-BA25-5C4F687CAF9D}"/>
              </a:ext>
            </a:extLst>
          </p:cNvPr>
          <p:cNvPicPr preferRelativeResize="0"/>
          <p:nvPr/>
        </p:nvPicPr>
        <p:blipFill>
          <a:blip r:embed="rId7"/>
          <a:srcRect t="13393" b="13393"/>
          <a:stretch/>
        </p:blipFill>
        <p:spPr>
          <a:xfrm>
            <a:off x="825144" y="3253002"/>
            <a:ext cx="1066485" cy="984961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4" name="Google Shape;260;p6">
            <a:extLst>
              <a:ext uri="{FF2B5EF4-FFF2-40B4-BE49-F238E27FC236}">
                <a16:creationId xmlns:a16="http://schemas.microsoft.com/office/drawing/2014/main" id="{A33E5B0B-D99C-6881-5F5E-2B5A11643B4E}"/>
              </a:ext>
            </a:extLst>
          </p:cNvPr>
          <p:cNvSpPr txBox="1"/>
          <p:nvPr/>
        </p:nvSpPr>
        <p:spPr>
          <a:xfrm>
            <a:off x="2310852" y="4210751"/>
            <a:ext cx="1251178" cy="280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chemeClr val="dk1"/>
              </a:buClr>
              <a:buSzPts val="1900"/>
            </a:pPr>
            <a:r>
              <a:rPr lang="mn-MN" sz="1275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Д.Уянгаа</a:t>
            </a:r>
            <a:endParaRPr sz="1275"/>
          </a:p>
        </p:txBody>
      </p:sp>
      <p:sp>
        <p:nvSpPr>
          <p:cNvPr id="15" name="Google Shape;263;p6">
            <a:extLst>
              <a:ext uri="{FF2B5EF4-FFF2-40B4-BE49-F238E27FC236}">
                <a16:creationId xmlns:a16="http://schemas.microsoft.com/office/drawing/2014/main" id="{1EE58784-1EF8-E56C-1A3E-2C6D2E360A4D}"/>
              </a:ext>
            </a:extLst>
          </p:cNvPr>
          <p:cNvSpPr txBox="1"/>
          <p:nvPr/>
        </p:nvSpPr>
        <p:spPr>
          <a:xfrm>
            <a:off x="2313424" y="4620750"/>
            <a:ext cx="1604004" cy="15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300"/>
            </a:pPr>
            <a:r>
              <a:rPr lang="en" sz="900" err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M.Sc</a:t>
            </a: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, </a:t>
            </a:r>
            <a:r>
              <a:rPr lang="en-US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CCNA, CCNP, CEH</a:t>
            </a:r>
            <a:endParaRPr lang="en-US" sz="900">
              <a:solidFill>
                <a:schemeClr val="dk1"/>
              </a:solidFill>
              <a:ea typeface="Red Hat Text"/>
            </a:endParaRPr>
          </a:p>
        </p:txBody>
      </p:sp>
      <p:pic>
        <p:nvPicPr>
          <p:cNvPr id="17" name="Google Shape;273;p6">
            <a:extLst>
              <a:ext uri="{FF2B5EF4-FFF2-40B4-BE49-F238E27FC236}">
                <a16:creationId xmlns:a16="http://schemas.microsoft.com/office/drawing/2014/main" id="{F51EA25B-31F8-A964-6B16-89F14F61082D}"/>
              </a:ext>
            </a:extLst>
          </p:cNvPr>
          <p:cNvPicPr preferRelativeResize="0"/>
          <p:nvPr/>
        </p:nvPicPr>
        <p:blipFill>
          <a:blip r:embed="rId8"/>
          <a:srcRect t="5060" b="5060"/>
          <a:stretch/>
        </p:blipFill>
        <p:spPr>
          <a:xfrm>
            <a:off x="2439029" y="3216435"/>
            <a:ext cx="1066486" cy="1003024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18" name="Google Shape;267;p6">
            <a:extLst>
              <a:ext uri="{FF2B5EF4-FFF2-40B4-BE49-F238E27FC236}">
                <a16:creationId xmlns:a16="http://schemas.microsoft.com/office/drawing/2014/main" id="{A2D92B79-BD14-BF3C-D445-50A9252EE49D}"/>
              </a:ext>
            </a:extLst>
          </p:cNvPr>
          <p:cNvSpPr/>
          <p:nvPr/>
        </p:nvSpPr>
        <p:spPr>
          <a:xfrm>
            <a:off x="2369496" y="4451569"/>
            <a:ext cx="1214320" cy="4571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60;p6">
            <a:extLst>
              <a:ext uri="{FF2B5EF4-FFF2-40B4-BE49-F238E27FC236}">
                <a16:creationId xmlns:a16="http://schemas.microsoft.com/office/drawing/2014/main" id="{633B2432-9373-F215-1560-87EBB185391A}"/>
              </a:ext>
            </a:extLst>
          </p:cNvPr>
          <p:cNvSpPr txBox="1"/>
          <p:nvPr/>
        </p:nvSpPr>
        <p:spPr>
          <a:xfrm>
            <a:off x="3887850" y="4219352"/>
            <a:ext cx="1479678" cy="203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chemeClr val="dk1"/>
              </a:buClr>
              <a:buSzPts val="1900"/>
            </a:pPr>
            <a:r>
              <a:rPr lang="mn-MN" sz="1275" dirty="0">
                <a:latin typeface="Red Hat Text" panose="020B0604020202020204" charset="0"/>
                <a:ea typeface="Red Hat Text" panose="020B0604020202020204" charset="0"/>
                <a:cs typeface="Red Hat Text" panose="020B0604020202020204" charset="0"/>
              </a:rPr>
              <a:t>Т.Билэгдэмбэрэл</a:t>
            </a:r>
            <a:endParaRPr sz="1275" dirty="0">
              <a:latin typeface="Red Hat Text" panose="020B0604020202020204" charset="0"/>
              <a:ea typeface="Red Hat Text" panose="020B0604020202020204" charset="0"/>
              <a:cs typeface="Red Hat Text" panose="020B0604020202020204" charset="0"/>
            </a:endParaRPr>
          </a:p>
        </p:txBody>
      </p:sp>
      <p:sp>
        <p:nvSpPr>
          <p:cNvPr id="22" name="Google Shape;263;p6">
            <a:extLst>
              <a:ext uri="{FF2B5EF4-FFF2-40B4-BE49-F238E27FC236}">
                <a16:creationId xmlns:a16="http://schemas.microsoft.com/office/drawing/2014/main" id="{98BC8D60-CC8C-D71F-7C37-3C6A82B3F74A}"/>
              </a:ext>
            </a:extLst>
          </p:cNvPr>
          <p:cNvSpPr txBox="1"/>
          <p:nvPr/>
        </p:nvSpPr>
        <p:spPr>
          <a:xfrm>
            <a:off x="3993270" y="4590511"/>
            <a:ext cx="1479678" cy="280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300"/>
            </a:pPr>
            <a:r>
              <a:rPr lang="en-US" sz="900" dirty="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BSc, Cyber security analyst, </a:t>
            </a:r>
            <a:r>
              <a:rPr lang="en-US" sz="900" dirty="0" err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eCPPT</a:t>
            </a:r>
            <a:endParaRPr lang="en-US" sz="900" dirty="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</p:txBody>
      </p:sp>
      <p:sp>
        <p:nvSpPr>
          <p:cNvPr id="25" name="Google Shape;267;p6">
            <a:extLst>
              <a:ext uri="{FF2B5EF4-FFF2-40B4-BE49-F238E27FC236}">
                <a16:creationId xmlns:a16="http://schemas.microsoft.com/office/drawing/2014/main" id="{33EC8B52-F3A1-38A7-7422-EC707FEC6F5C}"/>
              </a:ext>
            </a:extLst>
          </p:cNvPr>
          <p:cNvSpPr/>
          <p:nvPr/>
        </p:nvSpPr>
        <p:spPr>
          <a:xfrm>
            <a:off x="4022901" y="4443379"/>
            <a:ext cx="1214320" cy="4571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" name="Google Shape;273;p6">
            <a:extLst>
              <a:ext uri="{FF2B5EF4-FFF2-40B4-BE49-F238E27FC236}">
                <a16:creationId xmlns:a16="http://schemas.microsoft.com/office/drawing/2014/main" id="{E4E5723F-C527-B5A7-E4BC-3EB6E1A0C2D9}"/>
              </a:ext>
            </a:extLst>
          </p:cNvPr>
          <p:cNvPicPr preferRelativeResize="0"/>
          <p:nvPr/>
        </p:nvPicPr>
        <p:blipFill>
          <a:blip r:embed="rId9"/>
          <a:srcRect l="3528" r="3528"/>
          <a:stretch/>
        </p:blipFill>
        <p:spPr>
          <a:xfrm>
            <a:off x="4120232" y="3214104"/>
            <a:ext cx="1057819" cy="970009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sy="-100000" algn="bl" rotWithShape="0"/>
          </a:effectLst>
        </p:spPr>
      </p:pic>
      <p:sp>
        <p:nvSpPr>
          <p:cNvPr id="2" name="Google Shape;267;p6">
            <a:extLst>
              <a:ext uri="{FF2B5EF4-FFF2-40B4-BE49-F238E27FC236}">
                <a16:creationId xmlns:a16="http://schemas.microsoft.com/office/drawing/2014/main" id="{C67F1792-CA06-1231-16CB-2F214B3A55C8}"/>
              </a:ext>
            </a:extLst>
          </p:cNvPr>
          <p:cNvSpPr/>
          <p:nvPr/>
        </p:nvSpPr>
        <p:spPr>
          <a:xfrm>
            <a:off x="238262" y="2417546"/>
            <a:ext cx="1169889" cy="4571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269;p6">
            <a:extLst>
              <a:ext uri="{FF2B5EF4-FFF2-40B4-BE49-F238E27FC236}">
                <a16:creationId xmlns:a16="http://schemas.microsoft.com/office/drawing/2014/main" id="{E3BFE0A7-D980-1BE7-9933-FC69E7784677}"/>
              </a:ext>
            </a:extLst>
          </p:cNvPr>
          <p:cNvSpPr/>
          <p:nvPr/>
        </p:nvSpPr>
        <p:spPr>
          <a:xfrm>
            <a:off x="4822378" y="2478626"/>
            <a:ext cx="1214320" cy="4571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262;p6">
            <a:extLst>
              <a:ext uri="{FF2B5EF4-FFF2-40B4-BE49-F238E27FC236}">
                <a16:creationId xmlns:a16="http://schemas.microsoft.com/office/drawing/2014/main" id="{E073DA2D-9B6A-DC58-45A9-82540CD10DE9}"/>
              </a:ext>
            </a:extLst>
          </p:cNvPr>
          <p:cNvSpPr txBox="1"/>
          <p:nvPr/>
        </p:nvSpPr>
        <p:spPr>
          <a:xfrm>
            <a:off x="5437281" y="4597583"/>
            <a:ext cx="1699502" cy="3665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900" dirty="0">
                <a:latin typeface="Red Hat Text" panose="020B0604020202020204" charset="0"/>
                <a:ea typeface="Red Hat Text" panose="020B0604020202020204" charset="0"/>
                <a:cs typeface="Red Hat Text" panose="020B0604020202020204" charset="0"/>
              </a:rPr>
              <a:t>RHCE, Nse4, RHCSA, RHCSCK</a:t>
            </a:r>
          </a:p>
          <a:p>
            <a:r>
              <a:rPr lang="en-US" sz="900" dirty="0">
                <a:latin typeface="Red Hat Text" panose="020B0604020202020204" charset="0"/>
                <a:ea typeface="Red Hat Text" panose="020B0604020202020204" charset="0"/>
                <a:cs typeface="Red Hat Text" panose="020B0604020202020204" charset="0"/>
              </a:rPr>
              <a:t>CCNP, CCNA</a:t>
            </a:r>
          </a:p>
        </p:txBody>
      </p:sp>
      <p:sp>
        <p:nvSpPr>
          <p:cNvPr id="34" name="Google Shape;271;p6">
            <a:extLst>
              <a:ext uri="{FF2B5EF4-FFF2-40B4-BE49-F238E27FC236}">
                <a16:creationId xmlns:a16="http://schemas.microsoft.com/office/drawing/2014/main" id="{3BF82A1F-C474-7609-54D1-F6A6ACB8366D}"/>
              </a:ext>
            </a:extLst>
          </p:cNvPr>
          <p:cNvSpPr txBox="1"/>
          <p:nvPr/>
        </p:nvSpPr>
        <p:spPr>
          <a:xfrm>
            <a:off x="5573062" y="4276222"/>
            <a:ext cx="1322227" cy="2166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chemeClr val="dk1"/>
              </a:buClr>
              <a:buSzPts val="1900"/>
            </a:pPr>
            <a:r>
              <a:rPr lang="mn-MN" sz="1275" dirty="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Д.Сандагдорж</a:t>
            </a:r>
            <a:endParaRPr lang="mn-MN" sz="1275" dirty="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</p:txBody>
      </p:sp>
      <p:pic>
        <p:nvPicPr>
          <p:cNvPr id="35" name="Google Shape;124;g2bc941ae591_0_0">
            <a:extLst>
              <a:ext uri="{FF2B5EF4-FFF2-40B4-BE49-F238E27FC236}">
                <a16:creationId xmlns:a16="http://schemas.microsoft.com/office/drawing/2014/main" id="{179082E2-6948-E191-6314-FEED9A594EA8}"/>
              </a:ext>
            </a:extLst>
          </p:cNvPr>
          <p:cNvPicPr preferRelativeResize="0"/>
          <p:nvPr/>
        </p:nvPicPr>
        <p:blipFill>
          <a:blip r:embed="rId10"/>
          <a:srcRect t="6748" b="6748"/>
          <a:stretch/>
        </p:blipFill>
        <p:spPr>
          <a:xfrm>
            <a:off x="5694605" y="3199495"/>
            <a:ext cx="1066485" cy="1045315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sp>
        <p:nvSpPr>
          <p:cNvPr id="36" name="Google Shape;269;p6">
            <a:extLst>
              <a:ext uri="{FF2B5EF4-FFF2-40B4-BE49-F238E27FC236}">
                <a16:creationId xmlns:a16="http://schemas.microsoft.com/office/drawing/2014/main" id="{77E003BF-80C8-1EC6-9CA5-29CE53704306}"/>
              </a:ext>
            </a:extLst>
          </p:cNvPr>
          <p:cNvSpPr/>
          <p:nvPr/>
        </p:nvSpPr>
        <p:spPr>
          <a:xfrm>
            <a:off x="5620688" y="4468809"/>
            <a:ext cx="1214320" cy="4571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262;p6">
            <a:extLst>
              <a:ext uri="{FF2B5EF4-FFF2-40B4-BE49-F238E27FC236}">
                <a16:creationId xmlns:a16="http://schemas.microsoft.com/office/drawing/2014/main" id="{29802A37-79E2-FB08-C78D-C9D0740BB823}"/>
              </a:ext>
            </a:extLst>
          </p:cNvPr>
          <p:cNvSpPr txBox="1"/>
          <p:nvPr/>
        </p:nvSpPr>
        <p:spPr>
          <a:xfrm>
            <a:off x="6384808" y="2586191"/>
            <a:ext cx="1312421" cy="228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300"/>
            </a:pPr>
            <a:r>
              <a:rPr lang="en-US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PhD, Network+ </a:t>
            </a:r>
            <a:endParaRPr lang="en-US" sz="9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8" name="Google Shape;271;p6">
            <a:extLst>
              <a:ext uri="{FF2B5EF4-FFF2-40B4-BE49-F238E27FC236}">
                <a16:creationId xmlns:a16="http://schemas.microsoft.com/office/drawing/2014/main" id="{74108C8E-A0B0-3B2E-6390-740E72021283}"/>
              </a:ext>
            </a:extLst>
          </p:cNvPr>
          <p:cNvSpPr txBox="1"/>
          <p:nvPr/>
        </p:nvSpPr>
        <p:spPr>
          <a:xfrm>
            <a:off x="6244347" y="2214005"/>
            <a:ext cx="1320997" cy="22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chemeClr val="dk1"/>
              </a:buClr>
              <a:buSzPts val="1900"/>
            </a:pPr>
            <a:r>
              <a:rPr lang="mn-MN" sz="1275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Х.Золзаяа</a:t>
            </a:r>
            <a:endParaRPr sz="1275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39" name="Google Shape;124;g2bc941ae591_0_0" descr="A close-up of a person&amp;#39;s face&#10;&#10;Description automatically generated">
            <a:extLst>
              <a:ext uri="{FF2B5EF4-FFF2-40B4-BE49-F238E27FC236}">
                <a16:creationId xmlns:a16="http://schemas.microsoft.com/office/drawing/2014/main" id="{FDF169D5-6858-DBDE-5741-B54660380464}"/>
              </a:ext>
            </a:extLst>
          </p:cNvPr>
          <p:cNvPicPr preferRelativeResize="0"/>
          <p:nvPr/>
        </p:nvPicPr>
        <p:blipFill>
          <a:blip r:embed="rId11"/>
          <a:srcRect l="3828" r="3828"/>
          <a:stretch/>
        </p:blipFill>
        <p:spPr>
          <a:xfrm>
            <a:off x="6447942" y="1181174"/>
            <a:ext cx="1044364" cy="10096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sp>
        <p:nvSpPr>
          <p:cNvPr id="40" name="Google Shape;269;p6">
            <a:extLst>
              <a:ext uri="{FF2B5EF4-FFF2-40B4-BE49-F238E27FC236}">
                <a16:creationId xmlns:a16="http://schemas.microsoft.com/office/drawing/2014/main" id="{32712EF5-34AE-F2C0-C850-60A097CEA89B}"/>
              </a:ext>
            </a:extLst>
          </p:cNvPr>
          <p:cNvSpPr/>
          <p:nvPr/>
        </p:nvSpPr>
        <p:spPr>
          <a:xfrm>
            <a:off x="6381661" y="2441279"/>
            <a:ext cx="1214320" cy="4571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Picture 41" descr="A blue and white logo&#10;&#10;Description automatically generated">
            <a:extLst>
              <a:ext uri="{FF2B5EF4-FFF2-40B4-BE49-F238E27FC236}">
                <a16:creationId xmlns:a16="http://schemas.microsoft.com/office/drawing/2014/main" id="{462869CF-23CB-FBC4-11B5-9FF65CF24A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92702" y="148866"/>
            <a:ext cx="1099361" cy="524942"/>
          </a:xfrm>
          <a:prstGeom prst="rect">
            <a:avLst/>
          </a:prstGeom>
          <a:ln>
            <a:noFill/>
          </a:ln>
        </p:spPr>
      </p:pic>
      <p:sp>
        <p:nvSpPr>
          <p:cNvPr id="5" name="Google Shape;262;p6">
            <a:extLst>
              <a:ext uri="{FF2B5EF4-FFF2-40B4-BE49-F238E27FC236}">
                <a16:creationId xmlns:a16="http://schemas.microsoft.com/office/drawing/2014/main" id="{F48C454E-013D-E2AF-1093-C1CE9506C342}"/>
              </a:ext>
            </a:extLst>
          </p:cNvPr>
          <p:cNvSpPr txBox="1"/>
          <p:nvPr/>
        </p:nvSpPr>
        <p:spPr>
          <a:xfrm>
            <a:off x="7697229" y="2571600"/>
            <a:ext cx="1162552" cy="196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300"/>
            </a:pPr>
            <a:r>
              <a:rPr lang="en-US" sz="900" dirty="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Database+, Oracle, MSSQL, PostgreSQL </a:t>
            </a:r>
            <a:endParaRPr lang="en-US" sz="9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Google Shape;271;p6">
            <a:extLst>
              <a:ext uri="{FF2B5EF4-FFF2-40B4-BE49-F238E27FC236}">
                <a16:creationId xmlns:a16="http://schemas.microsoft.com/office/drawing/2014/main" id="{2DD7FF21-637B-AFC8-CE68-9A410C643446}"/>
              </a:ext>
            </a:extLst>
          </p:cNvPr>
          <p:cNvSpPr txBox="1"/>
          <p:nvPr/>
        </p:nvSpPr>
        <p:spPr>
          <a:xfrm>
            <a:off x="7672095" y="2198798"/>
            <a:ext cx="1320997" cy="22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chemeClr val="dk1"/>
              </a:buClr>
              <a:buSzPts val="1900"/>
            </a:pPr>
            <a:r>
              <a:rPr lang="mn-MN" sz="1275" dirty="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Д.Баасанбат</a:t>
            </a:r>
            <a:endParaRPr sz="1275" dirty="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11" name="Google Shape;124;g2bc941ae591_0_0">
            <a:extLst>
              <a:ext uri="{FF2B5EF4-FFF2-40B4-BE49-F238E27FC236}">
                <a16:creationId xmlns:a16="http://schemas.microsoft.com/office/drawing/2014/main" id="{D3E6689A-7C3E-C3F8-D4F9-D8CC9C55CA4E}"/>
              </a:ext>
            </a:extLst>
          </p:cNvPr>
          <p:cNvPicPr preferRelativeResize="0"/>
          <p:nvPr/>
        </p:nvPicPr>
        <p:blipFill>
          <a:blip r:embed="rId13"/>
          <a:srcRect l="3676" r="3676"/>
          <a:stretch/>
        </p:blipFill>
        <p:spPr>
          <a:xfrm>
            <a:off x="7815417" y="1151527"/>
            <a:ext cx="1044364" cy="10096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sp>
        <p:nvSpPr>
          <p:cNvPr id="16" name="Google Shape;269;p6">
            <a:extLst>
              <a:ext uri="{FF2B5EF4-FFF2-40B4-BE49-F238E27FC236}">
                <a16:creationId xmlns:a16="http://schemas.microsoft.com/office/drawing/2014/main" id="{35E9E41D-3514-4A24-8A1F-A0503BF55578}"/>
              </a:ext>
            </a:extLst>
          </p:cNvPr>
          <p:cNvSpPr/>
          <p:nvPr/>
        </p:nvSpPr>
        <p:spPr>
          <a:xfrm>
            <a:off x="7767755" y="2426687"/>
            <a:ext cx="1214320" cy="4571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62;p6">
            <a:extLst>
              <a:ext uri="{FF2B5EF4-FFF2-40B4-BE49-F238E27FC236}">
                <a16:creationId xmlns:a16="http://schemas.microsoft.com/office/drawing/2014/main" id="{F7871F1D-DDBE-DD3B-85D0-F5E52B3077A1}"/>
              </a:ext>
            </a:extLst>
          </p:cNvPr>
          <p:cNvSpPr txBox="1"/>
          <p:nvPr/>
        </p:nvSpPr>
        <p:spPr>
          <a:xfrm>
            <a:off x="7282247" y="4569155"/>
            <a:ext cx="1298547" cy="256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300"/>
            </a:pPr>
            <a:r>
              <a:rPr lang="en-US" sz="900" dirty="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Odoo Functional Expert v15, v16</a:t>
            </a:r>
            <a:endParaRPr lang="en-US" sz="900" dirty="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Google Shape;271;p6">
            <a:extLst>
              <a:ext uri="{FF2B5EF4-FFF2-40B4-BE49-F238E27FC236}">
                <a16:creationId xmlns:a16="http://schemas.microsoft.com/office/drawing/2014/main" id="{207BFC1C-EFC9-A95A-4FF2-3E1D8BAC32A3}"/>
              </a:ext>
            </a:extLst>
          </p:cNvPr>
          <p:cNvSpPr txBox="1"/>
          <p:nvPr/>
        </p:nvSpPr>
        <p:spPr>
          <a:xfrm>
            <a:off x="7164944" y="4242597"/>
            <a:ext cx="1320997" cy="225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chemeClr val="dk1"/>
              </a:buClr>
              <a:buSzPts val="1900"/>
            </a:pPr>
            <a:r>
              <a:rPr lang="mn-MN" sz="1275" dirty="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С.Сугарсүх</a:t>
            </a:r>
            <a:endParaRPr sz="1275" dirty="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pic>
        <p:nvPicPr>
          <p:cNvPr id="23" name="Google Shape;124;g2bc941ae591_0_0">
            <a:extLst>
              <a:ext uri="{FF2B5EF4-FFF2-40B4-BE49-F238E27FC236}">
                <a16:creationId xmlns:a16="http://schemas.microsoft.com/office/drawing/2014/main" id="{EF0438CF-B650-5FFA-42CD-3DCFB740CFB0}"/>
              </a:ext>
            </a:extLst>
          </p:cNvPr>
          <p:cNvPicPr preferRelativeResize="0"/>
          <p:nvPr/>
        </p:nvPicPr>
        <p:blipFill>
          <a:blip r:embed="rId14"/>
          <a:srcRect t="8091" b="8091"/>
          <a:stretch/>
        </p:blipFill>
        <p:spPr>
          <a:xfrm>
            <a:off x="7336783" y="3196623"/>
            <a:ext cx="1044364" cy="1009693"/>
          </a:xfrm>
          <a:prstGeom prst="roundRect">
            <a:avLst>
              <a:gd name="adj" fmla="val 8594"/>
            </a:avLst>
          </a:prstGeom>
          <a:solidFill>
            <a:srgbClr val="ECECEC"/>
          </a:solidFill>
          <a:ln>
            <a:noFill/>
          </a:ln>
          <a:effectLst>
            <a:reflection stA="38000" endPos="28000" dist="5000" dir="5400000" fadeDir="5400012" sy="-100000" algn="bl" rotWithShape="0"/>
          </a:effectLst>
        </p:spPr>
      </p:pic>
      <p:sp>
        <p:nvSpPr>
          <p:cNvPr id="24" name="Google Shape;269;p6">
            <a:extLst>
              <a:ext uri="{FF2B5EF4-FFF2-40B4-BE49-F238E27FC236}">
                <a16:creationId xmlns:a16="http://schemas.microsoft.com/office/drawing/2014/main" id="{BF55A09F-C00C-F1A6-75F0-AE91A309B290}"/>
              </a:ext>
            </a:extLst>
          </p:cNvPr>
          <p:cNvSpPr/>
          <p:nvPr/>
        </p:nvSpPr>
        <p:spPr>
          <a:xfrm>
            <a:off x="7302258" y="4469871"/>
            <a:ext cx="1214320" cy="45719"/>
          </a:xfrm>
          <a:prstGeom prst="rect">
            <a:avLst/>
          </a:prstGeom>
          <a:solidFill>
            <a:srgbClr val="0070C0"/>
          </a:solidFill>
          <a:ln w="9525" cap="flat" cmpd="sng">
            <a:solidFill>
              <a:srgbClr val="0070C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69" tIns="68569" rIns="68569" bIns="68569" anchor="ctr" anchorCtr="0">
            <a:noAutofit/>
          </a:bodyPr>
          <a:lstStyle/>
          <a:p>
            <a:pPr>
              <a:buClr>
                <a:schemeClr val="dk1"/>
              </a:buClr>
              <a:buSzPts val="1800"/>
            </a:pP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334;p8">
            <a:extLst>
              <a:ext uri="{FF2B5EF4-FFF2-40B4-BE49-F238E27FC236}">
                <a16:creationId xmlns:a16="http://schemas.microsoft.com/office/drawing/2014/main" id="{55083FD7-8F98-F1A3-D8B5-3D9A95FCB415}"/>
              </a:ext>
            </a:extLst>
          </p:cNvPr>
          <p:cNvSpPr txBox="1"/>
          <p:nvPr/>
        </p:nvSpPr>
        <p:spPr>
          <a:xfrm>
            <a:off x="7711077" y="871927"/>
            <a:ext cx="125190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EE0000"/>
              </a:buClr>
              <a:buSzPts val="4800"/>
            </a:pPr>
            <a:r>
              <a:rPr lang="en" sz="3600">
                <a:solidFill>
                  <a:srgbClr val="FF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20+</a:t>
            </a:r>
            <a:endParaRPr sz="3600" b="1">
              <a:solidFill>
                <a:srgbClr val="FF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" name="Google Shape;335;p8">
            <a:extLst>
              <a:ext uri="{FF2B5EF4-FFF2-40B4-BE49-F238E27FC236}">
                <a16:creationId xmlns:a16="http://schemas.microsoft.com/office/drawing/2014/main" id="{50E7B1CD-3CB7-96F0-076B-DF3BD7900B94}"/>
              </a:ext>
            </a:extLst>
          </p:cNvPr>
          <p:cNvSpPr txBox="1"/>
          <p:nvPr/>
        </p:nvSpPr>
        <p:spPr>
          <a:xfrm>
            <a:off x="7711077" y="1252732"/>
            <a:ext cx="1251900" cy="2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666666"/>
              </a:buClr>
              <a:buSzPts val="1500"/>
            </a:pPr>
            <a:r>
              <a:rPr lang="mn-MN" sz="1125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Удаа</a:t>
            </a:r>
            <a:endParaRPr sz="1125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" name="Google Shape;336;p8">
            <a:extLst>
              <a:ext uri="{FF2B5EF4-FFF2-40B4-BE49-F238E27FC236}">
                <a16:creationId xmlns:a16="http://schemas.microsoft.com/office/drawing/2014/main" id="{B00423C8-53D4-0A46-E4A3-A222392DBAF9}"/>
              </a:ext>
            </a:extLst>
          </p:cNvPr>
          <p:cNvSpPr txBox="1"/>
          <p:nvPr/>
        </p:nvSpPr>
        <p:spPr>
          <a:xfrm>
            <a:off x="6687575" y="837553"/>
            <a:ext cx="99402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0070C0"/>
              </a:buClr>
              <a:buSzPts val="4800"/>
            </a:pPr>
            <a:r>
              <a:rPr lang="en-US" sz="3600">
                <a:latin typeface="Red Hat Display"/>
                <a:ea typeface="Red Hat Display"/>
                <a:cs typeface="Red Hat Display"/>
                <a:sym typeface="Red Hat Display"/>
              </a:rPr>
              <a:t>13</a:t>
            </a:r>
            <a:endParaRPr sz="360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8" name="Google Shape;337;p8">
            <a:extLst>
              <a:ext uri="{FF2B5EF4-FFF2-40B4-BE49-F238E27FC236}">
                <a16:creationId xmlns:a16="http://schemas.microsoft.com/office/drawing/2014/main" id="{3133C3EE-9754-5920-FA2B-A45F2A7C3BD5}"/>
              </a:ext>
            </a:extLst>
          </p:cNvPr>
          <p:cNvSpPr txBox="1"/>
          <p:nvPr/>
        </p:nvSpPr>
        <p:spPr>
          <a:xfrm>
            <a:off x="6548848" y="1231078"/>
            <a:ext cx="1086802" cy="2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666666"/>
              </a:buClr>
              <a:buSzPts val="1600"/>
            </a:pPr>
            <a:r>
              <a:rPr lang="mn-MN" sz="12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Сургалт</a:t>
            </a:r>
            <a:endParaRPr sz="12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0" name="Google Shape;342;p8">
            <a:extLst>
              <a:ext uri="{FF2B5EF4-FFF2-40B4-BE49-F238E27FC236}">
                <a16:creationId xmlns:a16="http://schemas.microsoft.com/office/drawing/2014/main" id="{E2D76827-828D-D286-ACD8-8395D24D6174}"/>
              </a:ext>
            </a:extLst>
          </p:cNvPr>
          <p:cNvCxnSpPr>
            <a:cxnSpLocks/>
          </p:cNvCxnSpPr>
          <p:nvPr/>
        </p:nvCxnSpPr>
        <p:spPr>
          <a:xfrm>
            <a:off x="7677697" y="837553"/>
            <a:ext cx="18986" cy="393323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1" name="Google Shape;343;p8">
            <a:extLst>
              <a:ext uri="{FF2B5EF4-FFF2-40B4-BE49-F238E27FC236}">
                <a16:creationId xmlns:a16="http://schemas.microsoft.com/office/drawing/2014/main" id="{B7B346CC-39EF-3563-B616-0F8ECC175018}"/>
              </a:ext>
            </a:extLst>
          </p:cNvPr>
          <p:cNvCxnSpPr>
            <a:cxnSpLocks/>
          </p:cNvCxnSpPr>
          <p:nvPr/>
        </p:nvCxnSpPr>
        <p:spPr>
          <a:xfrm flipH="1" flipV="1">
            <a:off x="7681596" y="1555796"/>
            <a:ext cx="1281381" cy="52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2" name="Google Shape;344;p8">
            <a:extLst>
              <a:ext uri="{FF2B5EF4-FFF2-40B4-BE49-F238E27FC236}">
                <a16:creationId xmlns:a16="http://schemas.microsoft.com/office/drawing/2014/main" id="{A7E4A274-53EA-3840-6379-3E3512BD951F}"/>
              </a:ext>
            </a:extLst>
          </p:cNvPr>
          <p:cNvCxnSpPr>
            <a:cxnSpLocks/>
          </p:cNvCxnSpPr>
          <p:nvPr/>
        </p:nvCxnSpPr>
        <p:spPr>
          <a:xfrm flipH="1">
            <a:off x="6548848" y="1555795"/>
            <a:ext cx="1102574" cy="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3" name="Google Shape;345;p8">
            <a:extLst>
              <a:ext uri="{FF2B5EF4-FFF2-40B4-BE49-F238E27FC236}">
                <a16:creationId xmlns:a16="http://schemas.microsoft.com/office/drawing/2014/main" id="{86773112-7DAD-1F5E-672B-7D794FEFF620}"/>
              </a:ext>
            </a:extLst>
          </p:cNvPr>
          <p:cNvSpPr txBox="1"/>
          <p:nvPr/>
        </p:nvSpPr>
        <p:spPr>
          <a:xfrm>
            <a:off x="6497808" y="1894876"/>
            <a:ext cx="1242797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0070C0"/>
              </a:buClr>
              <a:buSzPts val="4800"/>
            </a:pPr>
            <a:r>
              <a:rPr lang="en-US" sz="2800" dirty="0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200+</a:t>
            </a:r>
            <a:endParaRPr sz="28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346;p8">
            <a:extLst>
              <a:ext uri="{FF2B5EF4-FFF2-40B4-BE49-F238E27FC236}">
                <a16:creationId xmlns:a16="http://schemas.microsoft.com/office/drawing/2014/main" id="{1B8D18E5-7535-DEBB-378F-A59017428AFE}"/>
              </a:ext>
            </a:extLst>
          </p:cNvPr>
          <p:cNvSpPr txBox="1"/>
          <p:nvPr/>
        </p:nvSpPr>
        <p:spPr>
          <a:xfrm>
            <a:off x="6510015" y="2384925"/>
            <a:ext cx="1102574" cy="2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666666"/>
              </a:buClr>
              <a:buSzPts val="1600"/>
            </a:pPr>
            <a:r>
              <a:rPr lang="mn-MN" sz="12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Оюутан залуус</a:t>
            </a:r>
            <a:endParaRPr sz="12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5FCFE6-8CE5-A1EC-A458-5123678AD3D6}"/>
              </a:ext>
            </a:extLst>
          </p:cNvPr>
          <p:cNvSpPr txBox="1"/>
          <p:nvPr/>
        </p:nvSpPr>
        <p:spPr>
          <a:xfrm>
            <a:off x="685803" y="199602"/>
            <a:ext cx="6783455" cy="484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mn-MN" sz="2550">
                <a:solidFill>
                  <a:srgbClr val="0D0D0D"/>
                </a:solidFill>
                <a:highlight>
                  <a:srgbClr val="FFFFFF"/>
                </a:highlight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Сургалтын туршлага</a:t>
            </a:r>
            <a:endParaRPr lang="en-US" sz="2550"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</p:txBody>
      </p:sp>
      <p:cxnSp>
        <p:nvCxnSpPr>
          <p:cNvPr id="16" name="Google Shape;343;p8">
            <a:extLst>
              <a:ext uri="{FF2B5EF4-FFF2-40B4-BE49-F238E27FC236}">
                <a16:creationId xmlns:a16="http://schemas.microsoft.com/office/drawing/2014/main" id="{6DBE50CF-90FD-5B0E-729B-2ED883D2D659}"/>
              </a:ext>
            </a:extLst>
          </p:cNvPr>
          <p:cNvCxnSpPr>
            <a:cxnSpLocks/>
          </p:cNvCxnSpPr>
          <p:nvPr/>
        </p:nvCxnSpPr>
        <p:spPr>
          <a:xfrm flipH="1" flipV="1">
            <a:off x="7681596" y="2833768"/>
            <a:ext cx="1281381" cy="52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7" name="Google Shape;344;p8">
            <a:extLst>
              <a:ext uri="{FF2B5EF4-FFF2-40B4-BE49-F238E27FC236}">
                <a16:creationId xmlns:a16="http://schemas.microsoft.com/office/drawing/2014/main" id="{51FC735A-9F2F-D850-2808-01FF8C9625F1}"/>
              </a:ext>
            </a:extLst>
          </p:cNvPr>
          <p:cNvCxnSpPr>
            <a:cxnSpLocks/>
          </p:cNvCxnSpPr>
          <p:nvPr/>
        </p:nvCxnSpPr>
        <p:spPr>
          <a:xfrm flipH="1">
            <a:off x="6548848" y="2833767"/>
            <a:ext cx="1102574" cy="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8" name="Google Shape;345;p8">
            <a:extLst>
              <a:ext uri="{FF2B5EF4-FFF2-40B4-BE49-F238E27FC236}">
                <a16:creationId xmlns:a16="http://schemas.microsoft.com/office/drawing/2014/main" id="{1DCF0334-EA34-FBB7-F5B3-352758AD60D6}"/>
              </a:ext>
            </a:extLst>
          </p:cNvPr>
          <p:cNvSpPr txBox="1"/>
          <p:nvPr/>
        </p:nvSpPr>
        <p:spPr>
          <a:xfrm>
            <a:off x="6571907" y="3094306"/>
            <a:ext cx="1094601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0070C0"/>
              </a:buClr>
              <a:buSzPts val="4800"/>
            </a:pPr>
            <a:r>
              <a:rPr lang="en-US" sz="2700" dirty="0">
                <a:latin typeface="Red Hat Display"/>
                <a:ea typeface="Red Hat Display"/>
                <a:cs typeface="Red Hat Display"/>
                <a:sym typeface="Red Hat Display"/>
              </a:rPr>
              <a:t>400+</a:t>
            </a:r>
            <a:endParaRPr lang="en-US" sz="2700" dirty="0"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19" name="Google Shape;346;p8">
            <a:extLst>
              <a:ext uri="{FF2B5EF4-FFF2-40B4-BE49-F238E27FC236}">
                <a16:creationId xmlns:a16="http://schemas.microsoft.com/office/drawing/2014/main" id="{11EA1D30-4A86-40AB-BA1C-789AA5548306}"/>
              </a:ext>
            </a:extLst>
          </p:cNvPr>
          <p:cNvSpPr txBox="1"/>
          <p:nvPr/>
        </p:nvSpPr>
        <p:spPr>
          <a:xfrm>
            <a:off x="6460043" y="3513479"/>
            <a:ext cx="1340705" cy="2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666666"/>
              </a:buClr>
              <a:buSzPts val="1600"/>
            </a:pPr>
            <a:r>
              <a:rPr lang="mn-MN" sz="12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Инженер</a:t>
            </a:r>
            <a:endParaRPr sz="12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27" name="Google Shape;343;p8">
            <a:extLst>
              <a:ext uri="{FF2B5EF4-FFF2-40B4-BE49-F238E27FC236}">
                <a16:creationId xmlns:a16="http://schemas.microsoft.com/office/drawing/2014/main" id="{F55428E1-D261-091A-ECBA-FA11713F9874}"/>
              </a:ext>
            </a:extLst>
          </p:cNvPr>
          <p:cNvCxnSpPr>
            <a:cxnSpLocks/>
          </p:cNvCxnSpPr>
          <p:nvPr/>
        </p:nvCxnSpPr>
        <p:spPr>
          <a:xfrm flipH="1" flipV="1">
            <a:off x="7681596" y="3960860"/>
            <a:ext cx="1281381" cy="52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29" name="Google Shape;343;p8">
            <a:extLst>
              <a:ext uri="{FF2B5EF4-FFF2-40B4-BE49-F238E27FC236}">
                <a16:creationId xmlns:a16="http://schemas.microsoft.com/office/drawing/2014/main" id="{3A71A691-CCC6-6556-9ED3-A9B68ECE8063}"/>
              </a:ext>
            </a:extLst>
          </p:cNvPr>
          <p:cNvCxnSpPr>
            <a:cxnSpLocks/>
          </p:cNvCxnSpPr>
          <p:nvPr/>
        </p:nvCxnSpPr>
        <p:spPr>
          <a:xfrm flipH="1" flipV="1">
            <a:off x="6403459" y="3954680"/>
            <a:ext cx="1281381" cy="522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0" name="Google Shape;345;p8">
            <a:extLst>
              <a:ext uri="{FF2B5EF4-FFF2-40B4-BE49-F238E27FC236}">
                <a16:creationId xmlns:a16="http://schemas.microsoft.com/office/drawing/2014/main" id="{6B0B436D-B5B1-C1CA-19C9-C06BC6907B2A}"/>
              </a:ext>
            </a:extLst>
          </p:cNvPr>
          <p:cNvSpPr txBox="1"/>
          <p:nvPr/>
        </p:nvSpPr>
        <p:spPr>
          <a:xfrm>
            <a:off x="6641628" y="4049281"/>
            <a:ext cx="994022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0070C0"/>
              </a:buClr>
              <a:buSzPts val="4800"/>
            </a:pPr>
            <a:r>
              <a:rPr lang="en-US" sz="3600" dirty="0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11</a:t>
            </a:r>
            <a:endParaRPr sz="36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46;p8">
            <a:extLst>
              <a:ext uri="{FF2B5EF4-FFF2-40B4-BE49-F238E27FC236}">
                <a16:creationId xmlns:a16="http://schemas.microsoft.com/office/drawing/2014/main" id="{79A1836B-53F9-D0D6-FBD8-C752E284541E}"/>
              </a:ext>
            </a:extLst>
          </p:cNvPr>
          <p:cNvSpPr txBox="1"/>
          <p:nvPr/>
        </p:nvSpPr>
        <p:spPr>
          <a:xfrm>
            <a:off x="6429184" y="4468454"/>
            <a:ext cx="1340705" cy="2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666666"/>
              </a:buClr>
              <a:buSzPts val="1600"/>
            </a:pPr>
            <a:r>
              <a:rPr lang="mn-MN" sz="12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Багш</a:t>
            </a:r>
            <a:endParaRPr sz="12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FB06C7EE-86EF-F1F8-775D-51629B086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06" y="875934"/>
            <a:ext cx="6413201" cy="3607426"/>
          </a:xfrm>
          <a:prstGeom prst="rect">
            <a:avLst/>
          </a:prstGeom>
        </p:spPr>
      </p:pic>
      <p:sp>
        <p:nvSpPr>
          <p:cNvPr id="2" name="Google Shape;338;p8">
            <a:extLst>
              <a:ext uri="{FF2B5EF4-FFF2-40B4-BE49-F238E27FC236}">
                <a16:creationId xmlns:a16="http://schemas.microsoft.com/office/drawing/2014/main" id="{A51D5639-95B4-6F31-BE0C-9A3884D759B0}"/>
              </a:ext>
            </a:extLst>
          </p:cNvPr>
          <p:cNvSpPr txBox="1"/>
          <p:nvPr/>
        </p:nvSpPr>
        <p:spPr>
          <a:xfrm>
            <a:off x="7798139" y="1948778"/>
            <a:ext cx="1286248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dk1"/>
              </a:buClr>
              <a:buSzPts val="4800"/>
            </a:pPr>
            <a:r>
              <a:rPr lang="en" sz="3600" dirty="0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100+</a:t>
            </a:r>
            <a:endParaRPr sz="36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" name="Google Shape;345;p8">
            <a:extLst>
              <a:ext uri="{FF2B5EF4-FFF2-40B4-BE49-F238E27FC236}">
                <a16:creationId xmlns:a16="http://schemas.microsoft.com/office/drawing/2014/main" id="{35FEF55A-708E-04D7-9269-4CD11C25A6AA}"/>
              </a:ext>
            </a:extLst>
          </p:cNvPr>
          <p:cNvSpPr txBox="1"/>
          <p:nvPr/>
        </p:nvSpPr>
        <p:spPr>
          <a:xfrm>
            <a:off x="7915795" y="3120283"/>
            <a:ext cx="994022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70C0"/>
              </a:buClr>
              <a:buSzPts val="4800"/>
            </a:pPr>
            <a:r>
              <a:rPr lang="en-US" sz="3200" dirty="0">
                <a:solidFill>
                  <a:srgbClr val="FF000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50+</a:t>
            </a:r>
            <a:endParaRPr sz="3200" dirty="0">
              <a:solidFill>
                <a:srgbClr val="FF000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" name="Google Shape;339;p8">
            <a:extLst>
              <a:ext uri="{FF2B5EF4-FFF2-40B4-BE49-F238E27FC236}">
                <a16:creationId xmlns:a16="http://schemas.microsoft.com/office/drawing/2014/main" id="{D51EB833-CD0F-960C-29A1-64CF100DDEE4}"/>
              </a:ext>
            </a:extLst>
          </p:cNvPr>
          <p:cNvSpPr txBox="1"/>
          <p:nvPr/>
        </p:nvSpPr>
        <p:spPr>
          <a:xfrm>
            <a:off x="7703352" y="2455904"/>
            <a:ext cx="1426981" cy="2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666666"/>
              </a:buClr>
              <a:buSzPts val="1600"/>
            </a:pPr>
            <a:r>
              <a:rPr lang="en-US" sz="1200" err="1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Шалгалтын</a:t>
            </a:r>
            <a:r>
              <a:rPr lang="en-US" sz="12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-US" sz="1200" err="1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хөнгөлөлт</a:t>
            </a:r>
            <a:endParaRPr lang="en-US" sz="1200" err="1">
              <a:solidFill>
                <a:srgbClr val="666666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0" name="Google Shape;346;p8">
            <a:extLst>
              <a:ext uri="{FF2B5EF4-FFF2-40B4-BE49-F238E27FC236}">
                <a16:creationId xmlns:a16="http://schemas.microsoft.com/office/drawing/2014/main" id="{BA52BC6A-4E98-BCC8-BF36-6A08744AF499}"/>
              </a:ext>
            </a:extLst>
          </p:cNvPr>
          <p:cNvSpPr txBox="1"/>
          <p:nvPr/>
        </p:nvSpPr>
        <p:spPr>
          <a:xfrm>
            <a:off x="7688089" y="3539456"/>
            <a:ext cx="1442243" cy="2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666666"/>
              </a:buClr>
              <a:buSzPts val="1600"/>
            </a:pPr>
            <a:r>
              <a:rPr lang="en-US" sz="1200" err="1">
                <a:solidFill>
                  <a:srgbClr val="666666"/>
                </a:solidFill>
                <a:latin typeface="Red Hat Display"/>
                <a:ea typeface="Red Hat Display"/>
                <a:cs typeface="Red Hat Display"/>
              </a:rPr>
              <a:t>шалгалт</a:t>
            </a:r>
          </a:p>
        </p:txBody>
      </p:sp>
      <p:sp>
        <p:nvSpPr>
          <p:cNvPr id="22" name="Google Shape;346;p8">
            <a:extLst>
              <a:ext uri="{FF2B5EF4-FFF2-40B4-BE49-F238E27FC236}">
                <a16:creationId xmlns:a16="http://schemas.microsoft.com/office/drawing/2014/main" id="{39B688DF-FEAA-FE7E-EDAC-C76909EC4A0F}"/>
              </a:ext>
            </a:extLst>
          </p:cNvPr>
          <p:cNvSpPr txBox="1"/>
          <p:nvPr/>
        </p:nvSpPr>
        <p:spPr>
          <a:xfrm>
            <a:off x="7693933" y="4482743"/>
            <a:ext cx="1442243" cy="2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666666"/>
              </a:buClr>
              <a:buSzPts val="1600"/>
              <a:buFont typeface="Red Hat Display"/>
            </a:pPr>
            <a:r>
              <a:rPr lang="mn-MN" sz="12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Тэтгэлэг</a:t>
            </a:r>
            <a:endParaRPr lang="en-US" sz="1200" dirty="0">
              <a:solidFill>
                <a:srgbClr val="666666"/>
              </a:solidFill>
              <a:latin typeface="Red Hat Display"/>
              <a:ea typeface="Red Hat Display"/>
              <a:cs typeface="Red Hat Display"/>
            </a:endParaRPr>
          </a:p>
        </p:txBody>
      </p:sp>
      <p:sp>
        <p:nvSpPr>
          <p:cNvPr id="23" name="Google Shape;345;p8">
            <a:extLst>
              <a:ext uri="{FF2B5EF4-FFF2-40B4-BE49-F238E27FC236}">
                <a16:creationId xmlns:a16="http://schemas.microsoft.com/office/drawing/2014/main" id="{5D45D320-76BC-B5DD-EAB3-843CECCA02C6}"/>
              </a:ext>
            </a:extLst>
          </p:cNvPr>
          <p:cNvSpPr txBox="1"/>
          <p:nvPr/>
        </p:nvSpPr>
        <p:spPr>
          <a:xfrm>
            <a:off x="7880864" y="4088921"/>
            <a:ext cx="994022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rgbClr val="0070C0"/>
              </a:buClr>
              <a:buSzPts val="4800"/>
            </a:pPr>
            <a:r>
              <a:rPr lang="en-US" sz="3200" dirty="0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7</a:t>
            </a:r>
            <a:endParaRPr sz="32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21" name="Picture 20" descr="A blue and white logo&#10;&#10;Description automatically generated">
            <a:extLst>
              <a:ext uri="{FF2B5EF4-FFF2-40B4-BE49-F238E27FC236}">
                <a16:creationId xmlns:a16="http://schemas.microsoft.com/office/drawing/2014/main" id="{E6964B55-E5A2-6796-FD5D-0C39BCABCE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324" y="172035"/>
            <a:ext cx="1099361" cy="5249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0548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36;p8">
            <a:extLst>
              <a:ext uri="{FF2B5EF4-FFF2-40B4-BE49-F238E27FC236}">
                <a16:creationId xmlns:a16="http://schemas.microsoft.com/office/drawing/2014/main" id="{6BF2E30E-CFB3-497C-5BB1-A356EB8E39D6}"/>
              </a:ext>
            </a:extLst>
          </p:cNvPr>
          <p:cNvSpPr txBox="1"/>
          <p:nvPr/>
        </p:nvSpPr>
        <p:spPr>
          <a:xfrm>
            <a:off x="7841811" y="850609"/>
            <a:ext cx="994020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0070C0"/>
              </a:buClr>
              <a:buSzPts val="4800"/>
            </a:pPr>
            <a:r>
              <a:rPr lang="mn-MN" sz="3600" dirty="0">
                <a:latin typeface="Red Hat Display"/>
                <a:ea typeface="Red Hat Display"/>
                <a:cs typeface="Red Hat Display"/>
                <a:sym typeface="Red Hat Display"/>
              </a:rPr>
              <a:t>5</a:t>
            </a:r>
            <a:endParaRPr sz="3600" dirty="0"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7" name="Google Shape;344;p8">
            <a:extLst>
              <a:ext uri="{FF2B5EF4-FFF2-40B4-BE49-F238E27FC236}">
                <a16:creationId xmlns:a16="http://schemas.microsoft.com/office/drawing/2014/main" id="{A7B01DC7-27F0-37A2-BD59-1848D909E395}"/>
              </a:ext>
            </a:extLst>
          </p:cNvPr>
          <p:cNvCxnSpPr/>
          <p:nvPr/>
        </p:nvCxnSpPr>
        <p:spPr>
          <a:xfrm flipH="1">
            <a:off x="7748663" y="1487008"/>
            <a:ext cx="1102574" cy="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0" name="Google Shape;345;p8">
            <a:extLst>
              <a:ext uri="{FF2B5EF4-FFF2-40B4-BE49-F238E27FC236}">
                <a16:creationId xmlns:a16="http://schemas.microsoft.com/office/drawing/2014/main" id="{FDF764D2-8D66-3DF7-7956-611572725EBD}"/>
              </a:ext>
            </a:extLst>
          </p:cNvPr>
          <p:cNvSpPr txBox="1"/>
          <p:nvPr/>
        </p:nvSpPr>
        <p:spPr>
          <a:xfrm>
            <a:off x="7862249" y="2614788"/>
            <a:ext cx="994022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0070C0"/>
              </a:buClr>
              <a:buSzPts val="4800"/>
            </a:pPr>
            <a:r>
              <a:rPr lang="mn-MN" sz="3600" dirty="0">
                <a:solidFill>
                  <a:schemeClr val="tx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2</a:t>
            </a:r>
            <a:endParaRPr sz="3600" dirty="0">
              <a:solidFill>
                <a:schemeClr val="tx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1" name="Google Shape;344;p8">
            <a:extLst>
              <a:ext uri="{FF2B5EF4-FFF2-40B4-BE49-F238E27FC236}">
                <a16:creationId xmlns:a16="http://schemas.microsoft.com/office/drawing/2014/main" id="{4A5475BC-F9DA-E182-F898-E6ECB8BFCFF7}"/>
              </a:ext>
            </a:extLst>
          </p:cNvPr>
          <p:cNvCxnSpPr/>
          <p:nvPr/>
        </p:nvCxnSpPr>
        <p:spPr>
          <a:xfrm flipH="1">
            <a:off x="7727866" y="3412050"/>
            <a:ext cx="1102574" cy="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2" name="Google Shape;345;p8">
            <a:extLst>
              <a:ext uri="{FF2B5EF4-FFF2-40B4-BE49-F238E27FC236}">
                <a16:creationId xmlns:a16="http://schemas.microsoft.com/office/drawing/2014/main" id="{A5985D0F-78C0-4196-A725-B59F7E6C6DDF}"/>
              </a:ext>
            </a:extLst>
          </p:cNvPr>
          <p:cNvSpPr txBox="1"/>
          <p:nvPr/>
        </p:nvSpPr>
        <p:spPr>
          <a:xfrm>
            <a:off x="7856589" y="1652558"/>
            <a:ext cx="994022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0070C0"/>
              </a:buClr>
              <a:buSzPts val="4800"/>
            </a:pPr>
            <a:r>
              <a:rPr lang="mn-MN" sz="3600" dirty="0">
                <a:solidFill>
                  <a:srgbClr val="0070C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7</a:t>
            </a:r>
            <a:endParaRPr sz="3600" dirty="0">
              <a:solidFill>
                <a:srgbClr val="0070C0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13" name="Google Shape;344;p8">
            <a:extLst>
              <a:ext uri="{FF2B5EF4-FFF2-40B4-BE49-F238E27FC236}">
                <a16:creationId xmlns:a16="http://schemas.microsoft.com/office/drawing/2014/main" id="{83232A6D-4E54-AE6F-7408-7F9AF7808B89}"/>
              </a:ext>
            </a:extLst>
          </p:cNvPr>
          <p:cNvCxnSpPr/>
          <p:nvPr/>
        </p:nvCxnSpPr>
        <p:spPr>
          <a:xfrm flipH="1">
            <a:off x="7748149" y="2242122"/>
            <a:ext cx="1102574" cy="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14" name="Google Shape;337;p8">
            <a:extLst>
              <a:ext uri="{FF2B5EF4-FFF2-40B4-BE49-F238E27FC236}">
                <a16:creationId xmlns:a16="http://schemas.microsoft.com/office/drawing/2014/main" id="{6CDBF582-2E4E-81D7-2A33-2E5176DCFAB5}"/>
              </a:ext>
            </a:extLst>
          </p:cNvPr>
          <p:cNvSpPr txBox="1"/>
          <p:nvPr/>
        </p:nvSpPr>
        <p:spPr>
          <a:xfrm>
            <a:off x="7430247" y="1209379"/>
            <a:ext cx="1707045" cy="2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666666"/>
              </a:buClr>
              <a:buSzPts val="1600"/>
            </a:pPr>
            <a:r>
              <a:rPr lang="mn-MN" sz="12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Сайн дурын ажил</a:t>
            </a:r>
            <a:endParaRPr sz="12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346;p8">
            <a:extLst>
              <a:ext uri="{FF2B5EF4-FFF2-40B4-BE49-F238E27FC236}">
                <a16:creationId xmlns:a16="http://schemas.microsoft.com/office/drawing/2014/main" id="{0D51D796-87C7-F53E-4BAC-96AD44BE16C4}"/>
              </a:ext>
            </a:extLst>
          </p:cNvPr>
          <p:cNvSpPr txBox="1"/>
          <p:nvPr/>
        </p:nvSpPr>
        <p:spPr>
          <a:xfrm>
            <a:off x="7500466" y="2010047"/>
            <a:ext cx="1644926" cy="2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666666"/>
              </a:buClr>
              <a:buSzPts val="1600"/>
            </a:pPr>
            <a:r>
              <a:rPr lang="en-US" sz="12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С</a:t>
            </a:r>
            <a:r>
              <a:rPr lang="mn-MN" sz="12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удалгааны ажил</a:t>
            </a:r>
            <a:endParaRPr sz="1200">
              <a:solidFill>
                <a:srgbClr val="666666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346;p8">
            <a:extLst>
              <a:ext uri="{FF2B5EF4-FFF2-40B4-BE49-F238E27FC236}">
                <a16:creationId xmlns:a16="http://schemas.microsoft.com/office/drawing/2014/main" id="{64F8E391-1885-9AE9-6AF9-A5AFE28D0FFC}"/>
              </a:ext>
            </a:extLst>
          </p:cNvPr>
          <p:cNvSpPr txBox="1"/>
          <p:nvPr/>
        </p:nvSpPr>
        <p:spPr>
          <a:xfrm>
            <a:off x="7497562" y="3161572"/>
            <a:ext cx="1644926" cy="2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666666"/>
              </a:buClr>
              <a:buSzPts val="1600"/>
            </a:pPr>
            <a:r>
              <a:rPr lang="mn-MN" sz="12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Сонирхогчдын уулзалт</a:t>
            </a:r>
          </a:p>
          <a:p>
            <a:pPr algn="ctr">
              <a:buSzPts val="1600"/>
            </a:pPr>
            <a:endParaRPr lang="mn-MN" sz="1200">
              <a:solidFill>
                <a:srgbClr val="666666"/>
              </a:solidFill>
              <a:latin typeface="Red Hat Display"/>
              <a:ea typeface="Red Hat Display"/>
              <a:cs typeface="Red Hat Display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D7AEC6A-A6CC-CBE0-3877-E0F5BFFE9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77" y="715618"/>
            <a:ext cx="7574784" cy="4024104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312FA5C-7385-F995-0A97-523AAEA23116}"/>
              </a:ext>
            </a:extLst>
          </p:cNvPr>
          <p:cNvSpPr txBox="1"/>
          <p:nvPr/>
        </p:nvSpPr>
        <p:spPr>
          <a:xfrm>
            <a:off x="1692247" y="199602"/>
            <a:ext cx="7361449" cy="415498"/>
          </a:xfrm>
          <a:prstGeom prst="rect">
            <a:avLst/>
          </a:prstGeom>
          <a:noFill/>
        </p:spPr>
        <p:txBody>
          <a:bodyPr wrap="square" lIns="68580" tIns="34290" rIns="68580" bIns="34290" anchor="t">
            <a:spAutoFit/>
          </a:bodyPr>
          <a:lstStyle/>
          <a:p>
            <a:pPr algn="ctr"/>
            <a:r>
              <a:rPr lang="mn-MN" sz="2250">
                <a:solidFill>
                  <a:srgbClr val="0D0D0D"/>
                </a:solidFill>
                <a:highlight>
                  <a:srgbClr val="FFFFFF"/>
                </a:highlight>
                <a:latin typeface="Red Hat Display" panose="020B0604020202020204" charset="0"/>
                <a:ea typeface="Red Hat Display"/>
                <a:cs typeface="Red Hat Display"/>
              </a:rPr>
              <a:t>Нээлттэй эхийн технологийн сайн дурын ажил</a:t>
            </a:r>
            <a:endParaRPr lang="mn-MN" sz="2250">
              <a:solidFill>
                <a:srgbClr val="0D0D0D"/>
              </a:solidFill>
              <a:highlight>
                <a:srgbClr val="FFFFFF"/>
              </a:highlight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</p:txBody>
      </p:sp>
      <p:pic>
        <p:nvPicPr>
          <p:cNvPr id="15" name="Picture 14" descr="A blue and white logo&#10;&#10;Description automatically generated">
            <a:extLst>
              <a:ext uri="{FF2B5EF4-FFF2-40B4-BE49-F238E27FC236}">
                <a16:creationId xmlns:a16="http://schemas.microsoft.com/office/drawing/2014/main" id="{DB865F85-D930-A352-DFD4-F7E0566A7E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49" y="143600"/>
            <a:ext cx="1099361" cy="524942"/>
          </a:xfrm>
          <a:prstGeom prst="rect">
            <a:avLst/>
          </a:prstGeom>
          <a:ln>
            <a:noFill/>
          </a:ln>
        </p:spPr>
      </p:pic>
      <p:sp>
        <p:nvSpPr>
          <p:cNvPr id="18" name="Google Shape;345;p8">
            <a:extLst>
              <a:ext uri="{FF2B5EF4-FFF2-40B4-BE49-F238E27FC236}">
                <a16:creationId xmlns:a16="http://schemas.microsoft.com/office/drawing/2014/main" id="{DF0AD4F3-A00A-D2BD-103E-08C824A7FF70}"/>
              </a:ext>
            </a:extLst>
          </p:cNvPr>
          <p:cNvSpPr txBox="1"/>
          <p:nvPr/>
        </p:nvSpPr>
        <p:spPr>
          <a:xfrm>
            <a:off x="7868743" y="3647384"/>
            <a:ext cx="994022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0070C0"/>
              </a:buClr>
              <a:buSzPts val="4800"/>
            </a:pPr>
            <a:r>
              <a:rPr lang="en-US" sz="3600" dirty="0">
                <a:solidFill>
                  <a:srgbClr val="0070C0"/>
                </a:solidFill>
                <a:latin typeface="Red Hat Display"/>
                <a:ea typeface="Red Hat Display"/>
                <a:cs typeface="Red Hat Display"/>
              </a:rPr>
              <a:t>9</a:t>
            </a:r>
            <a:endParaRPr lang="mn-MN" sz="3600" dirty="0">
              <a:solidFill>
                <a:srgbClr val="0070C0"/>
              </a:solidFill>
              <a:latin typeface="Red Hat Display"/>
              <a:ea typeface="Red Hat Display"/>
              <a:cs typeface="Red Hat Display"/>
            </a:endParaRPr>
          </a:p>
        </p:txBody>
      </p:sp>
      <p:cxnSp>
        <p:nvCxnSpPr>
          <p:cNvPr id="19" name="Google Shape;344;p8">
            <a:extLst>
              <a:ext uri="{FF2B5EF4-FFF2-40B4-BE49-F238E27FC236}">
                <a16:creationId xmlns:a16="http://schemas.microsoft.com/office/drawing/2014/main" id="{C5AD237F-9F32-4615-435F-BCC992726B99}"/>
              </a:ext>
            </a:extLst>
          </p:cNvPr>
          <p:cNvCxnSpPr>
            <a:cxnSpLocks/>
          </p:cNvCxnSpPr>
          <p:nvPr/>
        </p:nvCxnSpPr>
        <p:spPr>
          <a:xfrm flipH="1">
            <a:off x="7734361" y="4444646"/>
            <a:ext cx="1102574" cy="1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20" name="Google Shape;346;p8">
            <a:extLst>
              <a:ext uri="{FF2B5EF4-FFF2-40B4-BE49-F238E27FC236}">
                <a16:creationId xmlns:a16="http://schemas.microsoft.com/office/drawing/2014/main" id="{927AB339-A5F9-EB92-4F4A-DAFCB8D67238}"/>
              </a:ext>
            </a:extLst>
          </p:cNvPr>
          <p:cNvSpPr txBox="1"/>
          <p:nvPr/>
        </p:nvSpPr>
        <p:spPr>
          <a:xfrm>
            <a:off x="7504057" y="4194168"/>
            <a:ext cx="1644926" cy="243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6" tIns="91406" rIns="91406" bIns="91406" anchor="ctr" anchorCtr="0">
            <a:noAutofit/>
          </a:bodyPr>
          <a:lstStyle/>
          <a:p>
            <a:pPr algn="ctr">
              <a:buClr>
                <a:srgbClr val="666666"/>
              </a:buClr>
              <a:buSzPts val="1600"/>
            </a:pPr>
            <a:r>
              <a:rPr lang="mn-MN" sz="1200">
                <a:solidFill>
                  <a:srgbClr val="666666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Мэдлэг хуваалцах уулзалт</a:t>
            </a:r>
            <a:endParaRPr lang="mn-MN" sz="1200">
              <a:solidFill>
                <a:srgbClr val="666666"/>
              </a:solidFill>
              <a:latin typeface="Red Hat Display"/>
              <a:ea typeface="Red Hat Display"/>
              <a:cs typeface="Red Hat Display"/>
            </a:endParaRPr>
          </a:p>
          <a:p>
            <a:pPr algn="ctr">
              <a:buSzPts val="1600"/>
            </a:pPr>
            <a:endParaRPr lang="mn-MN" sz="1200">
              <a:solidFill>
                <a:srgbClr val="666666"/>
              </a:solidFill>
              <a:latin typeface="Red Hat Display"/>
              <a:ea typeface="Red Hat Display"/>
              <a:cs typeface="Red Hat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340113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22" name="Google Shape;422;p13"/>
          <p:cNvGraphicFramePr/>
          <p:nvPr>
            <p:extLst>
              <p:ext uri="{D42A27DB-BD31-4B8C-83A1-F6EECF244321}">
                <p14:modId xmlns:p14="http://schemas.microsoft.com/office/powerpoint/2010/main" val="1787665735"/>
              </p:ext>
            </p:extLst>
          </p:nvPr>
        </p:nvGraphicFramePr>
        <p:xfrm>
          <a:off x="212301" y="690639"/>
          <a:ext cx="8792095" cy="41605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54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68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476">
                  <a:extLst>
                    <a:ext uri="{9D8B030D-6E8A-4147-A177-3AD203B41FA5}">
                      <a16:colId xmlns:a16="http://schemas.microsoft.com/office/drawing/2014/main" val="790911803"/>
                    </a:ext>
                  </a:extLst>
                </a:gridCol>
                <a:gridCol w="501287">
                  <a:extLst>
                    <a:ext uri="{9D8B030D-6E8A-4147-A177-3AD203B41FA5}">
                      <a16:colId xmlns:a16="http://schemas.microsoft.com/office/drawing/2014/main" val="959315533"/>
                    </a:ext>
                  </a:extLst>
                </a:gridCol>
                <a:gridCol w="623555">
                  <a:extLst>
                    <a:ext uri="{9D8B030D-6E8A-4147-A177-3AD203B41FA5}">
                      <a16:colId xmlns:a16="http://schemas.microsoft.com/office/drawing/2014/main" val="2268522600"/>
                    </a:ext>
                  </a:extLst>
                </a:gridCol>
                <a:gridCol w="641894">
                  <a:extLst>
                    <a:ext uri="{9D8B030D-6E8A-4147-A177-3AD203B41FA5}">
                      <a16:colId xmlns:a16="http://schemas.microsoft.com/office/drawing/2014/main" val="2508849582"/>
                    </a:ext>
                  </a:extLst>
                </a:gridCol>
                <a:gridCol w="376522">
                  <a:extLst>
                    <a:ext uri="{9D8B030D-6E8A-4147-A177-3AD203B41FA5}">
                      <a16:colId xmlns:a16="http://schemas.microsoft.com/office/drawing/2014/main" val="741409559"/>
                    </a:ext>
                  </a:extLst>
                </a:gridCol>
                <a:gridCol w="376522">
                  <a:extLst>
                    <a:ext uri="{9D8B030D-6E8A-4147-A177-3AD203B41FA5}">
                      <a16:colId xmlns:a16="http://schemas.microsoft.com/office/drawing/2014/main" val="1968091126"/>
                    </a:ext>
                  </a:extLst>
                </a:gridCol>
                <a:gridCol w="376522">
                  <a:extLst>
                    <a:ext uri="{9D8B030D-6E8A-4147-A177-3AD203B41FA5}">
                      <a16:colId xmlns:a16="http://schemas.microsoft.com/office/drawing/2014/main" val="1581920756"/>
                    </a:ext>
                  </a:extLst>
                </a:gridCol>
                <a:gridCol w="37652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686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08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94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730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2945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5298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514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21617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6440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i="0" u="none" strike="noStrike" cap="none" dirty="0">
                          <a:solidFill>
                            <a:srgbClr val="000000"/>
                          </a:solidFill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№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i="0" u="none" strike="noStrike" cap="none" dirty="0">
                          <a:solidFill>
                            <a:srgbClr val="000000"/>
                          </a:solidFill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Сургалтын нэр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Сургалтын </a:t>
                      </a: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төрөл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Цаг</a:t>
                      </a:r>
                      <a:endParaRPr sz="600" b="1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Сургалтын төлбөр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Шалгалтын төлбөр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1 сар</a:t>
                      </a:r>
                      <a:endParaRPr lang="mn-MN"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2 сар</a:t>
                      </a:r>
                      <a:endParaRPr lang="mn-MN"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3 сар</a:t>
                      </a:r>
                      <a:endParaRPr lang="mn-MN"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4 сар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5 сар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6 сар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7 сар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8 сар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9 сар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10 сар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11 сар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cap="none" dirty="0">
                          <a:solidFill>
                            <a:srgbClr val="000000"/>
                          </a:solidFill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12 </a:t>
                      </a:r>
                      <a:r>
                        <a:rPr lang="mn-MN" sz="600" b="1" i="0" u="none" strike="noStrike" cap="none" dirty="0">
                          <a:solidFill>
                            <a:srgbClr val="000000"/>
                          </a:solidFill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сар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8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i="0" u="none" strike="noStrike" cap="none" dirty="0">
                          <a:solidFill>
                            <a:srgbClr val="000000"/>
                          </a:solidFill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1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Red Hat Display"/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Red Hat </a:t>
                      </a:r>
                      <a:r>
                        <a:rPr lang="en-US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Linux Fundamentals</a:t>
                      </a:r>
                      <a:endParaRPr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Linux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 hours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9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00,000₮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600" b="1" u="none" strike="noStrike" cap="none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568001"/>
                  </a:ext>
                </a:extLst>
              </a:tr>
              <a:tr h="1918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i="0" u="none" strike="noStrike" cap="none" dirty="0">
                          <a:solidFill>
                            <a:srgbClr val="000000"/>
                          </a:solidFill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2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Red Hat Linux intermediate 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Linux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24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 hours 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1,800,000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₮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600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$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8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i="0" u="none" strike="noStrike" cap="none" dirty="0">
                          <a:solidFill>
                            <a:srgbClr val="000000"/>
                          </a:solidFill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3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Red Hat Certifies System Administrator 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Linux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48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 hours 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2,700,000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₮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600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$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8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i="0" u="none" strike="noStrike" cap="none" dirty="0">
                          <a:solidFill>
                            <a:srgbClr val="000000"/>
                          </a:solidFill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4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Red Hat Certified Engineer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Linux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70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 hours 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4,500,000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₮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1200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$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8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5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Red Hat Enterprise Linux Automation with Ansible</a:t>
                      </a: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i="0" u="none" strike="noStrike" cap="none" noProof="0" dirty="0">
                          <a:solidFill>
                            <a:srgbClr val="000000"/>
                          </a:solidFill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Automation</a:t>
                      </a:r>
                      <a:endParaRPr lang="en"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 hours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2,700,000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₮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600$</a:t>
                      </a:r>
                      <a:endParaRPr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8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6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Red Hat OpenShift I: Containers &amp; Kubernetes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Cloud, DevOps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 hours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2,7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00,000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₮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120$</a:t>
                      </a:r>
                      <a:endParaRPr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8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7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Red Hat OpenStack Administration I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Cloud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 hours 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2,700,000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₮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600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$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82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8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Red Hat Ansible Network Automation</a:t>
                      </a:r>
                      <a:endParaRPr lang="en-US"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Automation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 hours 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2,700,000₮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600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$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extLst>
                  <a:ext uri="{0D108BD9-81ED-4DB2-BD59-A6C34878D82A}">
                    <a16:rowId xmlns:a16="http://schemas.microsoft.com/office/drawing/2014/main" val="3146454782"/>
                  </a:ext>
                </a:extLst>
              </a:tr>
              <a:tr h="22163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9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i="0" u="none" strike="noStrike" cap="none" noProof="0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Red Hat OpenShift Development I: Introduction to Containers with </a:t>
                      </a:r>
                      <a:r>
                        <a:rPr lang="en" sz="600" b="1" i="0" u="none" strike="noStrike" cap="none" noProof="0" dirty="0" err="1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Podman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9" marR="5719" marT="5719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Developer, DevOps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32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 hours 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2,700,000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₮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600</a:t>
                      </a: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  <a:sym typeface="Red Hat Display"/>
                        </a:rPr>
                        <a:t>$</a:t>
                      </a:r>
                      <a:endParaRPr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/>
                </a:tc>
                <a:extLst>
                  <a:ext uri="{0D108BD9-81ED-4DB2-BD59-A6C34878D82A}">
                    <a16:rowId xmlns:a16="http://schemas.microsoft.com/office/drawing/2014/main" val="734215584"/>
                  </a:ext>
                </a:extLst>
              </a:tr>
              <a:tr h="191828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CCNA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Network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40 hours 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1,500,000₮</a:t>
                      </a:r>
                      <a:endParaRPr lang="en-US"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360$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674739"/>
                  </a:ext>
                </a:extLst>
              </a:tr>
              <a:tr h="191828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CCNP Encor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Network</a:t>
                      </a:r>
                      <a:endParaRPr lang="mn-MN"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40 hours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2,200,000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800$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6816456"/>
                  </a:ext>
                </a:extLst>
              </a:tr>
              <a:tr h="191828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i="0" u="none" strike="noStrike" cap="none" noProof="0" dirty="0">
                          <a:solidFill>
                            <a:srgbClr val="000000"/>
                          </a:solidFill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Advanced Ubuntu System Administration</a:t>
                      </a:r>
                      <a:endParaRPr lang="en-US"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Linux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40 hours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1,800,000₮</a:t>
                      </a:r>
                      <a:endParaRPr lang="en-US" sz="600" b="1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120$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317762"/>
                  </a:ext>
                </a:extLst>
              </a:tr>
              <a:tr h="191826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i="0" u="none" strike="noStrike" cap="none" noProof="0" dirty="0">
                          <a:solidFill>
                            <a:srgbClr val="000000"/>
                          </a:solidFill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DevOps Engineer Bundle course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DevOps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60 hours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5,000,000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720$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alibri"/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00770"/>
                  </a:ext>
                </a:extLst>
              </a:tr>
              <a:tr h="191826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i="0" u="none" strike="noStrike" cap="none" noProof="0" dirty="0">
                          <a:solidFill>
                            <a:srgbClr val="000000"/>
                          </a:solidFill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Network and Linux System Engineer Bundle course 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Linux, Network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80 hours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3,000,000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960$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1068144"/>
                  </a:ext>
                </a:extLst>
              </a:tr>
              <a:tr h="191826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en-US" sz="600" b="1" i="0" dirty="0">
                          <a:solidFill>
                            <a:schemeClr val="tx1"/>
                          </a:solidFill>
                          <a:effectLst/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Odoo Functional Training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ERP, BA</a:t>
                      </a:r>
                      <a:endParaRPr lang="mn-MN"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40 hours 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1,800,000₮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endParaRPr lang="en-US" sz="600" b="1" i="0" dirty="0">
                        <a:solidFill>
                          <a:schemeClr val="tx1"/>
                        </a:solidFill>
                        <a:effectLst/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9361137"/>
                  </a:ext>
                </a:extLst>
              </a:tr>
              <a:tr h="191826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en-US" sz="600" b="1" i="0" dirty="0">
                          <a:solidFill>
                            <a:schemeClr val="tx1"/>
                          </a:solidFill>
                          <a:effectLst/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Odoo Development Bootcamp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ERP, Development</a:t>
                      </a:r>
                      <a:endParaRPr lang="mn-MN"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40 hours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1,800,000₮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endParaRPr lang="en-US" sz="600" b="1" i="0" dirty="0">
                        <a:solidFill>
                          <a:schemeClr val="tx1"/>
                        </a:solidFill>
                        <a:effectLst/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671374"/>
                  </a:ext>
                </a:extLst>
              </a:tr>
              <a:tr h="191826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en-US" sz="600" b="1" i="0" dirty="0">
                          <a:solidFill>
                            <a:schemeClr val="tx1"/>
                          </a:solidFill>
                          <a:effectLst/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PostgreSQL Database Administration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Database</a:t>
                      </a:r>
                      <a:endParaRPr lang="mn-MN"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40 hours 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3,200,000₮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endParaRPr lang="en-US" sz="600" b="1" i="0" dirty="0">
                        <a:solidFill>
                          <a:schemeClr val="tx1"/>
                        </a:solidFill>
                        <a:effectLst/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9" marR="5719" marT="5719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chemeClr val="bg1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128974"/>
                  </a:ext>
                </a:extLst>
              </a:tr>
              <a:tr h="191826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en-US" sz="600" b="1" i="0" dirty="0">
                          <a:solidFill>
                            <a:schemeClr val="tx1"/>
                          </a:solidFill>
                          <a:effectLst/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MicroCloud Administration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Cloud</a:t>
                      </a:r>
                      <a:endParaRPr lang="mn-MN"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32 hours</a:t>
                      </a:r>
                      <a:endParaRPr lang="en"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2,700,000₮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endParaRPr lang="en-US" sz="600" b="1" i="0" dirty="0">
                        <a:solidFill>
                          <a:schemeClr val="tx1"/>
                        </a:solidFill>
                        <a:effectLst/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6418199"/>
                  </a:ext>
                </a:extLst>
              </a:tr>
              <a:tr h="191826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r>
                        <a:rPr lang="en-US" sz="600" b="1" i="0" dirty="0">
                          <a:solidFill>
                            <a:schemeClr val="tx1"/>
                          </a:solidFill>
                          <a:effectLst/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Ubuntu based OpenStack</a:t>
                      </a: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Cloud</a:t>
                      </a:r>
                      <a:endParaRPr lang="mn-MN"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40 hours</a:t>
                      </a:r>
                      <a:endParaRPr lang="en"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3,500,000₮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endParaRPr lang="en-US" sz="600" b="1" i="0" dirty="0">
                        <a:solidFill>
                          <a:schemeClr val="tx1"/>
                        </a:solidFill>
                        <a:effectLst/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8334306"/>
                  </a:ext>
                </a:extLst>
              </a:tr>
              <a:tr h="221634"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"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sz="6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Montserrat Bold" panose="020B0604020202020204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Red Hat OpenShift Administration II: Configuring a Production Cluster DO280</a:t>
                      </a:r>
                      <a:endParaRPr lang="en-US" sz="600" b="1" i="0" dirty="0">
                        <a:solidFill>
                          <a:schemeClr val="tx1"/>
                        </a:solidFill>
                        <a:effectLst/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Cloud, </a:t>
                      </a:r>
                      <a:r>
                        <a:rPr lang="mn-MN" sz="600" b="1" u="none" strike="noStrike" cap="none" dirty="0">
                          <a:latin typeface="Montserrat Bold" panose="020B0604020202020204" charset="0"/>
                          <a:ea typeface="Red Hat Text" panose="020B0604020202020204" charset="0"/>
                          <a:cs typeface="Times New Roman" panose="02020603050405020304" pitchFamily="18" charset="0"/>
                        </a:rPr>
                        <a:t>DevOps</a:t>
                      </a: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sz="600" b="1" u="none" strike="noStrike" cap="none" dirty="0"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3" marB="34293" anchor="ctr"/>
                </a:tc>
                <a:tc>
                  <a:txBody>
                    <a:bodyPr/>
                    <a:lstStyle/>
                    <a:p>
                      <a:pPr algn="l" rtl="0" fontAlgn="base">
                        <a:buFont typeface="+mj-lt"/>
                        <a:buNone/>
                      </a:pPr>
                      <a:endParaRPr lang="en-US" sz="600" b="1" i="0" dirty="0">
                        <a:solidFill>
                          <a:schemeClr val="tx1"/>
                        </a:solidFill>
                        <a:effectLst/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</a:endParaRPr>
                    </a:p>
                  </a:txBody>
                  <a:tcPr marL="5718" marR="5718" marT="5718" marB="0"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600" b="1" i="0" u="none" strike="noStrike" cap="none" dirty="0">
                        <a:solidFill>
                          <a:srgbClr val="000000"/>
                        </a:solidFill>
                        <a:latin typeface="Montserrat Bold" panose="020B0604020202020204" charset="0"/>
                        <a:ea typeface="Red Hat Text" panose="020B0604020202020204" charset="0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5718" marR="5718" marT="5718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254215"/>
                  </a:ext>
                </a:extLst>
              </a:tr>
            </a:tbl>
          </a:graphicData>
        </a:graphic>
      </p:graphicFrame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8D57497A-6357-AA8C-FF2C-29817AB5A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9920" y="95978"/>
            <a:ext cx="1099361" cy="524942"/>
          </a:xfrm>
          <a:prstGeom prst="rect">
            <a:avLst/>
          </a:prstGeom>
          <a:ln>
            <a:noFill/>
          </a:ln>
        </p:spPr>
      </p:pic>
      <p:sp>
        <p:nvSpPr>
          <p:cNvPr id="2" name="TextBox 6">
            <a:extLst>
              <a:ext uri="{FF2B5EF4-FFF2-40B4-BE49-F238E27FC236}">
                <a16:creationId xmlns:a16="http://schemas.microsoft.com/office/drawing/2014/main" id="{9DB61790-9063-A2FC-23F4-D4BB23951C5C}"/>
              </a:ext>
            </a:extLst>
          </p:cNvPr>
          <p:cNvSpPr txBox="1"/>
          <p:nvPr/>
        </p:nvSpPr>
        <p:spPr>
          <a:xfrm>
            <a:off x="955963" y="194786"/>
            <a:ext cx="5145939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mn-MN" sz="2241" b="1" dirty="0">
                <a:solidFill>
                  <a:srgbClr val="1B71E3"/>
                </a:solidFill>
                <a:latin typeface="Montserrat Bold" panose="020B0604020202020204" charset="0"/>
                <a:ea typeface="Montserrat Bold"/>
                <a:cs typeface="Times New Roman" panose="02020603050405020304" pitchFamily="18" charset="0"/>
                <a:sym typeface="Montserrat Bold"/>
              </a:rPr>
              <a:t>СУРГАЛТЫН ТӨЛӨВЛӨГӨӨ</a:t>
            </a:r>
            <a:endParaRPr lang="en-US" sz="2241" b="1" dirty="0">
              <a:solidFill>
                <a:srgbClr val="1B71E3"/>
              </a:solidFill>
              <a:latin typeface="Montserrat Bold" panose="020B0604020202020204" charset="0"/>
              <a:ea typeface="Montserrat Bold"/>
              <a:cs typeface="Times New Roman" panose="02020603050405020304" pitchFamily="18" charset="0"/>
              <a:sym typeface="Montserrat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4" name="Google Shape;414;p12"/>
          <p:cNvGraphicFramePr/>
          <p:nvPr>
            <p:extLst>
              <p:ext uri="{D42A27DB-BD31-4B8C-83A1-F6EECF244321}">
                <p14:modId xmlns:p14="http://schemas.microsoft.com/office/powerpoint/2010/main" val="2982917492"/>
              </p:ext>
            </p:extLst>
          </p:nvPr>
        </p:nvGraphicFramePr>
        <p:xfrm>
          <a:off x="672602" y="1285982"/>
          <a:ext cx="8103878" cy="27529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192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02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3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81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02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u="none" strike="noStrike" cap="none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№</a:t>
                      </a:r>
                      <a:endParaRPr sz="1100" b="1" u="none" strike="noStrike" cap="none" dirty="0">
                        <a:latin typeface="Times New Roman" panose="02020603050405020304" pitchFamily="18" charset="0"/>
                        <a:ea typeface="Red Hat Display"/>
                        <a:cs typeface="Times New Roman" panose="02020603050405020304" pitchFamily="18" charset="0"/>
                        <a:sym typeface="Red Hat Display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b="1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Сургалтын нэр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b="1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Анги дүүргэлт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b="1" u="none" strike="noStrike" cap="none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Сургалтын үргэлжлэх хугацаа 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b="1" u="none" strike="noStrike" cap="none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Сургалтын төлбөр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362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1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u="none" strike="noStrike" cap="none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Мэдээллийн технологийн удирдлага сургалт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2-</a:t>
                      </a: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10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4 хүртэлх цаг</a:t>
                      </a:r>
                      <a:endParaRPr lang="mn-M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 rowSpan="8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Харилцагч байгууллага хүсэлтийн дагуу тухай бүрд боловсруулна. </a:t>
                      </a:r>
                      <a:endParaRPr sz="1100" dirty="0">
                        <a:latin typeface="Times New Roman" panose="02020603050405020304" pitchFamily="18" charset="0"/>
                        <a:ea typeface="Red Hat Display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362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Мэдээллийн технологийн багийн сургалт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6</a:t>
                      </a: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-20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16 хүртэлх цаг</a:t>
                      </a:r>
                      <a:endParaRPr lang="mn-M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3917328"/>
                  </a:ext>
                </a:extLst>
              </a:tr>
              <a:tr h="29362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Энтерфрайз Архитектур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2-</a:t>
                      </a:r>
                      <a:r>
                        <a:rPr lang="e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8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16 хүртэлх цаг</a:t>
                      </a:r>
                      <a:endParaRPr lang="mn-M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557651"/>
                  </a:ext>
                </a:extLst>
              </a:tr>
              <a:tr h="29362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err="1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Мэдээллийн</a:t>
                      </a:r>
                      <a:r>
                        <a:rPr lang="en-US" sz="1100" u="none" strike="noStrike" cap="none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u="none" strike="noStrike" cap="none" err="1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аюулгүй</a:t>
                      </a:r>
                      <a:r>
                        <a:rPr lang="en-US" sz="1100" u="none" strike="noStrike" cap="none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100" u="none" strike="noStrike" cap="none" err="1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байдал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32 хүртэлх цаг</a:t>
                      </a:r>
                      <a:endParaRPr lang="mn-M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4418135"/>
                  </a:ext>
                </a:extLst>
              </a:tr>
              <a:tr h="29362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5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err="1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Дижитал</a:t>
                      </a:r>
                      <a:r>
                        <a:rPr lang="en" sz="1100" u="none" strike="noStrike" cap="none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" sz="1100" u="none" strike="noStrike" cap="none" err="1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шилжилт</a:t>
                      </a:r>
                      <a:endParaRPr sz="11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16 хүртэлх цаг</a:t>
                      </a:r>
                      <a:endParaRPr lang="mn-M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362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6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Нээлттэй эхийн шийдэл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3-12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32 хүртэлх цаг</a:t>
                      </a:r>
                      <a:endParaRPr lang="mn-M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362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7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Мэдээллийн технологийн төслийн удирдлага</a:t>
                      </a:r>
                      <a:endParaRPr lang="en" sz="1100" u="none" strike="noStrike" cap="none" dirty="0">
                        <a:latin typeface="Times New Roman" panose="02020603050405020304" pitchFamily="18" charset="0"/>
                        <a:ea typeface="Red Hat Display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8</a:t>
                      </a:r>
                      <a:r>
                        <a:rPr lang="en-US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-</a:t>
                      </a: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16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32 </a:t>
                      </a: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хүртэлх цаг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362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</a:rPr>
                        <a:t>Мэдээллийн технологийн дунд хугацааны стратеги</a:t>
                      </a: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2-</a:t>
                      </a:r>
                      <a:r>
                        <a:rPr lang="e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8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1</a:t>
                      </a:r>
                      <a:r>
                        <a:rPr lang="mn-M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6 хүртэлх цаг</a:t>
                      </a:r>
                      <a:r>
                        <a:rPr lang="en" sz="1100" u="none" strike="noStrike" cap="none" dirty="0">
                          <a:latin typeface="Times New Roman" panose="02020603050405020304" pitchFamily="18" charset="0"/>
                          <a:ea typeface="Red Hat Display"/>
                          <a:cs typeface="Times New Roman" panose="02020603050405020304" pitchFamily="18" charset="0"/>
                          <a:sym typeface="Red Hat Display"/>
                        </a:rPr>
                        <a:t> </a:t>
                      </a:r>
                      <a:endParaRPr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8" marR="68588" marT="34294" marB="34294" anchor="ctr"/>
                </a:tc>
                <a:tc vMerge="1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>
                        <a:latin typeface="Red Hat Display" panose="020B0604020202020204" charset="0"/>
                        <a:ea typeface="Red Hat Display" panose="020B0604020202020204" charset="0"/>
                        <a:cs typeface="Red Hat Display" panose="020B0604020202020204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2600968769"/>
                  </a:ext>
                </a:extLst>
              </a:tr>
            </a:tbl>
          </a:graphicData>
        </a:graphic>
      </p:graphicFrame>
      <p:sp>
        <p:nvSpPr>
          <p:cNvPr id="415" name="Google Shape;415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buClr>
                <a:srgbClr val="888888"/>
              </a:buClr>
              <a:buSzPts val="800"/>
            </a:pPr>
            <a:fld id="{00000000-1234-1234-1234-123412341234}" type="slidenum">
              <a:rPr lang="en">
                <a:latin typeface="Red Hat Text Medium"/>
                <a:ea typeface="Red Hat Text Medium"/>
                <a:cs typeface="Red Hat Text Medium"/>
                <a:sym typeface="Red Hat Text Medium"/>
              </a:rPr>
              <a:pPr algn="ctr">
                <a:buClr>
                  <a:srgbClr val="888888"/>
                </a:buClr>
                <a:buSzPts val="800"/>
              </a:pPr>
              <a:t>11</a:t>
            </a:fld>
            <a:endParaRPr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416" name="Google Shape;416;p12"/>
          <p:cNvSpPr txBox="1">
            <a:spLocks noGrp="1"/>
          </p:cNvSpPr>
          <p:nvPr>
            <p:ph type="title" idx="4294967295"/>
          </p:nvPr>
        </p:nvSpPr>
        <p:spPr>
          <a:xfrm>
            <a:off x="0" y="303610"/>
            <a:ext cx="7817644" cy="41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mn-MN" sz="2400" b="1" dirty="0">
                <a:solidFill>
                  <a:srgbClr val="1B71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Байгууллага захиалгат сургалт</a:t>
            </a:r>
            <a:endParaRPr sz="2400" dirty="0"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FFB4C6A8-F055-E35C-C741-B97A19EB6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083" y="212394"/>
            <a:ext cx="1327961" cy="592178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7368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72508" y="2279632"/>
            <a:ext cx="3129899" cy="2602662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FF1616"/>
            </a:solidFill>
          </p:spPr>
          <p:txBody>
            <a:bodyPr/>
            <a:lstStyle/>
            <a:p>
              <a:endParaRPr lang="en-US" sz="700"/>
            </a:p>
          </p:txBody>
        </p:sp>
      </p:grpSp>
      <p:sp>
        <p:nvSpPr>
          <p:cNvPr id="4" name="Freeform 4"/>
          <p:cNvSpPr/>
          <p:nvPr/>
        </p:nvSpPr>
        <p:spPr>
          <a:xfrm>
            <a:off x="4652816" y="1442459"/>
            <a:ext cx="4149591" cy="3569808"/>
          </a:xfrm>
          <a:custGeom>
            <a:avLst/>
            <a:gdLst/>
            <a:ahLst/>
            <a:cxnLst/>
            <a:rect l="l" t="t" r="r" b="b"/>
            <a:pathLst>
              <a:path w="4912501" h="4902636">
                <a:moveTo>
                  <a:pt x="0" y="0"/>
                </a:moveTo>
                <a:lnTo>
                  <a:pt x="4912501" y="0"/>
                </a:lnTo>
                <a:lnTo>
                  <a:pt x="4912501" y="4902637"/>
                </a:lnTo>
                <a:lnTo>
                  <a:pt x="0" y="490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700"/>
          </a:p>
        </p:txBody>
      </p:sp>
      <p:sp>
        <p:nvSpPr>
          <p:cNvPr id="5" name="Freeform 5"/>
          <p:cNvSpPr/>
          <p:nvPr/>
        </p:nvSpPr>
        <p:spPr>
          <a:xfrm>
            <a:off x="6523640" y="3993843"/>
            <a:ext cx="391996" cy="404519"/>
          </a:xfrm>
          <a:custGeom>
            <a:avLst/>
            <a:gdLst/>
            <a:ahLst/>
            <a:cxnLst/>
            <a:rect l="l" t="t" r="r" b="b"/>
            <a:pathLst>
              <a:path w="688263" h="802001">
                <a:moveTo>
                  <a:pt x="0" y="0"/>
                </a:moveTo>
                <a:lnTo>
                  <a:pt x="688262" y="0"/>
                </a:lnTo>
                <a:lnTo>
                  <a:pt x="688262" y="802000"/>
                </a:lnTo>
                <a:lnTo>
                  <a:pt x="0" y="802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700"/>
          </a:p>
        </p:txBody>
      </p:sp>
      <p:sp>
        <p:nvSpPr>
          <p:cNvPr id="6" name="TextBox 6"/>
          <p:cNvSpPr txBox="1"/>
          <p:nvPr/>
        </p:nvSpPr>
        <p:spPr>
          <a:xfrm>
            <a:off x="272728" y="379925"/>
            <a:ext cx="5145939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2241" b="1" dirty="0">
                <a:solidFill>
                  <a:srgbClr val="1B71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BUNDLE COURSES</a:t>
            </a:r>
          </a:p>
        </p:txBody>
      </p:sp>
      <p:sp>
        <p:nvSpPr>
          <p:cNvPr id="8" name="Freeform 8"/>
          <p:cNvSpPr/>
          <p:nvPr/>
        </p:nvSpPr>
        <p:spPr>
          <a:xfrm>
            <a:off x="7095067" y="261206"/>
            <a:ext cx="1347117" cy="593927"/>
          </a:xfrm>
          <a:custGeom>
            <a:avLst/>
            <a:gdLst/>
            <a:ahLst/>
            <a:cxnLst/>
            <a:rect l="l" t="t" r="r" b="b"/>
            <a:pathLst>
              <a:path w="2551437" h="1141722">
                <a:moveTo>
                  <a:pt x="0" y="0"/>
                </a:moveTo>
                <a:lnTo>
                  <a:pt x="2551438" y="0"/>
                </a:lnTo>
                <a:lnTo>
                  <a:pt x="2551438" y="1141722"/>
                </a:lnTo>
                <a:lnTo>
                  <a:pt x="0" y="11417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700"/>
          </a:p>
        </p:txBody>
      </p:sp>
      <p:grpSp>
        <p:nvGrpSpPr>
          <p:cNvPr id="9" name="Group 9"/>
          <p:cNvGrpSpPr/>
          <p:nvPr/>
        </p:nvGrpSpPr>
        <p:grpSpPr>
          <a:xfrm>
            <a:off x="4721652" y="1442460"/>
            <a:ext cx="3948216" cy="3439834"/>
            <a:chOff x="0" y="0"/>
            <a:chExt cx="6350000" cy="634997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49975"/>
            </a:xfrm>
            <a:custGeom>
              <a:avLst/>
              <a:gdLst/>
              <a:ahLst/>
              <a:cxnLst/>
              <a:rect l="l" t="t" r="r" b="b"/>
              <a:pathLst>
                <a:path w="6350000" h="6349975">
                  <a:moveTo>
                    <a:pt x="6350000" y="3175025"/>
                  </a:moveTo>
                  <a:cubicBezTo>
                    <a:pt x="6350000" y="4928451"/>
                    <a:pt x="4928476" y="6349975"/>
                    <a:pt x="3175000" y="6349975"/>
                  </a:cubicBezTo>
                  <a:cubicBezTo>
                    <a:pt x="1421498" y="6349975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2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5"/>
              <a:stretch>
                <a:fillRect l="-16747" r="-16747"/>
              </a:stretch>
            </a:blipFill>
          </p:spPr>
          <p:txBody>
            <a:bodyPr/>
            <a:lstStyle/>
            <a:p>
              <a:endParaRPr lang="en-US" sz="700"/>
            </a:p>
          </p:txBody>
        </p:sp>
      </p:grpSp>
      <p:sp>
        <p:nvSpPr>
          <p:cNvPr id="11" name="Freeform 11"/>
          <p:cNvSpPr/>
          <p:nvPr/>
        </p:nvSpPr>
        <p:spPr>
          <a:xfrm>
            <a:off x="337391" y="2220319"/>
            <a:ext cx="195031" cy="187230"/>
          </a:xfrm>
          <a:custGeom>
            <a:avLst/>
            <a:gdLst/>
            <a:ahLst/>
            <a:cxnLst/>
            <a:rect l="l" t="t" r="r" b="b"/>
            <a:pathLst>
              <a:path w="390062" h="374459">
                <a:moveTo>
                  <a:pt x="0" y="0"/>
                </a:moveTo>
                <a:lnTo>
                  <a:pt x="390062" y="0"/>
                </a:lnTo>
                <a:lnTo>
                  <a:pt x="390062" y="374459"/>
                </a:lnTo>
                <a:lnTo>
                  <a:pt x="0" y="374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700"/>
          </a:p>
        </p:txBody>
      </p:sp>
      <p:sp>
        <p:nvSpPr>
          <p:cNvPr id="12" name="Freeform 12"/>
          <p:cNvSpPr/>
          <p:nvPr/>
        </p:nvSpPr>
        <p:spPr>
          <a:xfrm>
            <a:off x="337391" y="2503411"/>
            <a:ext cx="195031" cy="187230"/>
          </a:xfrm>
          <a:custGeom>
            <a:avLst/>
            <a:gdLst/>
            <a:ahLst/>
            <a:cxnLst/>
            <a:rect l="l" t="t" r="r" b="b"/>
            <a:pathLst>
              <a:path w="390062" h="374459">
                <a:moveTo>
                  <a:pt x="0" y="0"/>
                </a:moveTo>
                <a:lnTo>
                  <a:pt x="390062" y="0"/>
                </a:lnTo>
                <a:lnTo>
                  <a:pt x="390062" y="374459"/>
                </a:lnTo>
                <a:lnTo>
                  <a:pt x="0" y="374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700"/>
          </a:p>
        </p:txBody>
      </p:sp>
      <p:sp>
        <p:nvSpPr>
          <p:cNvPr id="13" name="Freeform 13"/>
          <p:cNvSpPr/>
          <p:nvPr/>
        </p:nvSpPr>
        <p:spPr>
          <a:xfrm>
            <a:off x="337391" y="2786503"/>
            <a:ext cx="195031" cy="187230"/>
          </a:xfrm>
          <a:custGeom>
            <a:avLst/>
            <a:gdLst/>
            <a:ahLst/>
            <a:cxnLst/>
            <a:rect l="l" t="t" r="r" b="b"/>
            <a:pathLst>
              <a:path w="390062" h="374459">
                <a:moveTo>
                  <a:pt x="0" y="0"/>
                </a:moveTo>
                <a:lnTo>
                  <a:pt x="390062" y="0"/>
                </a:lnTo>
                <a:lnTo>
                  <a:pt x="390062" y="374459"/>
                </a:lnTo>
                <a:lnTo>
                  <a:pt x="0" y="3744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700"/>
          </a:p>
        </p:txBody>
      </p:sp>
      <p:grpSp>
        <p:nvGrpSpPr>
          <p:cNvPr id="14" name="Group 14"/>
          <p:cNvGrpSpPr/>
          <p:nvPr/>
        </p:nvGrpSpPr>
        <p:grpSpPr>
          <a:xfrm>
            <a:off x="0" y="3244357"/>
            <a:ext cx="2472267" cy="419571"/>
            <a:chOff x="0" y="0"/>
            <a:chExt cx="2734767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734767" cy="406400"/>
            </a:xfrm>
            <a:custGeom>
              <a:avLst/>
              <a:gdLst/>
              <a:ahLst/>
              <a:cxnLst/>
              <a:rect l="l" t="t" r="r" b="b"/>
              <a:pathLst>
                <a:path w="2734767" h="406400">
                  <a:moveTo>
                    <a:pt x="2531567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531567" y="406400"/>
                  </a:lnTo>
                  <a:lnTo>
                    <a:pt x="2734767" y="203200"/>
                  </a:lnTo>
                  <a:lnTo>
                    <a:pt x="2531567" y="0"/>
                  </a:lnTo>
                  <a:close/>
                </a:path>
              </a:pathLst>
            </a:custGeom>
            <a:gradFill rotWithShape="1">
              <a:gsLst>
                <a:gs pos="0">
                  <a:srgbClr val="1A2D6F">
                    <a:alpha val="100000"/>
                  </a:srgbClr>
                </a:gs>
                <a:gs pos="100000">
                  <a:srgbClr val="2345B2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700" dirty="0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2620467" cy="444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sp>
        <p:nvSpPr>
          <p:cNvPr id="17" name="Freeform 17"/>
          <p:cNvSpPr/>
          <p:nvPr/>
        </p:nvSpPr>
        <p:spPr>
          <a:xfrm>
            <a:off x="341592" y="3986866"/>
            <a:ext cx="200589" cy="200589"/>
          </a:xfrm>
          <a:custGeom>
            <a:avLst/>
            <a:gdLst/>
            <a:ahLst/>
            <a:cxnLst/>
            <a:rect l="l" t="t" r="r" b="b"/>
            <a:pathLst>
              <a:path w="401178" h="401178">
                <a:moveTo>
                  <a:pt x="0" y="0"/>
                </a:moveTo>
                <a:lnTo>
                  <a:pt x="401178" y="0"/>
                </a:lnTo>
                <a:lnTo>
                  <a:pt x="401178" y="401178"/>
                </a:lnTo>
                <a:lnTo>
                  <a:pt x="0" y="4011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700"/>
          </a:p>
        </p:txBody>
      </p:sp>
      <p:sp>
        <p:nvSpPr>
          <p:cNvPr id="18" name="Freeform 18"/>
          <p:cNvSpPr/>
          <p:nvPr/>
        </p:nvSpPr>
        <p:spPr>
          <a:xfrm>
            <a:off x="341592" y="4253612"/>
            <a:ext cx="200589" cy="200589"/>
          </a:xfrm>
          <a:custGeom>
            <a:avLst/>
            <a:gdLst/>
            <a:ahLst/>
            <a:cxnLst/>
            <a:rect l="l" t="t" r="r" b="b"/>
            <a:pathLst>
              <a:path w="401178" h="401178">
                <a:moveTo>
                  <a:pt x="0" y="0"/>
                </a:moveTo>
                <a:lnTo>
                  <a:pt x="401178" y="0"/>
                </a:lnTo>
                <a:lnTo>
                  <a:pt x="401178" y="401178"/>
                </a:lnTo>
                <a:lnTo>
                  <a:pt x="0" y="4011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700"/>
          </a:p>
        </p:txBody>
      </p:sp>
      <p:sp>
        <p:nvSpPr>
          <p:cNvPr id="19" name="TextBox 19"/>
          <p:cNvSpPr txBox="1"/>
          <p:nvPr/>
        </p:nvSpPr>
        <p:spPr>
          <a:xfrm>
            <a:off x="591711" y="2193416"/>
            <a:ext cx="3633769" cy="2180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18"/>
              </a:lnSpc>
            </a:pPr>
            <a:r>
              <a:rPr lang="en-US" sz="1600" dirty="0">
                <a:solidFill>
                  <a:srgbClr val="1B307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DevOps (Administration &amp; Development)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91711" y="2476508"/>
            <a:ext cx="2188105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18"/>
              </a:lnSpc>
            </a:pPr>
            <a:r>
              <a:rPr lang="en-US" sz="1600" dirty="0">
                <a:solidFill>
                  <a:srgbClr val="1B307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Red Hat Certified Engineer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91712" y="2759600"/>
            <a:ext cx="1796790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718"/>
              </a:lnSpc>
            </a:pPr>
            <a:r>
              <a:rPr lang="en-US" sz="1600" dirty="0">
                <a:solidFill>
                  <a:srgbClr val="1B307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Network &amp; Linux Mastery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1711" y="3968699"/>
            <a:ext cx="2007556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68"/>
              </a:lnSpc>
            </a:pPr>
            <a:r>
              <a:rPr lang="en-US" sz="1600" dirty="0">
                <a:solidFill>
                  <a:srgbClr val="1B307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+976 8901 8111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91711" y="4229800"/>
            <a:ext cx="2854222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68"/>
              </a:lnSpc>
            </a:pPr>
            <a:r>
              <a:rPr lang="en-US" sz="1600" dirty="0">
                <a:solidFill>
                  <a:srgbClr val="1B307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info@upr-consulting.mn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9684" y="3394086"/>
            <a:ext cx="2107782" cy="180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57"/>
              </a:lnSpc>
            </a:pPr>
            <a:r>
              <a:rPr lang="en-US" sz="1600" b="1" dirty="0" err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Бүртгэл</a:t>
            </a:r>
            <a:endParaRPr lang="en-US" sz="1600" b="1" dirty="0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</p:spTree>
    <p:extLst>
      <p:ext uri="{BB962C8B-B14F-4D97-AF65-F5344CB8AC3E}">
        <p14:creationId xmlns:p14="http://schemas.microsoft.com/office/powerpoint/2010/main" val="2189465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567"/>
    </mc:Choice>
    <mc:Fallback xmlns="">
      <p:transition spd="slow" advTm="20756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>
          <a:extLst>
            <a:ext uri="{FF2B5EF4-FFF2-40B4-BE49-F238E27FC236}">
              <a16:creationId xmlns:a16="http://schemas.microsoft.com/office/drawing/2014/main" id="{9E4B9C47-6BEE-74B6-960F-003DCF2E4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">
            <a:extLst>
              <a:ext uri="{FF2B5EF4-FFF2-40B4-BE49-F238E27FC236}">
                <a16:creationId xmlns:a16="http://schemas.microsoft.com/office/drawing/2014/main" id="{B7160B21-CA30-995F-BF4C-5BD343CE4718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10070" y="369255"/>
            <a:ext cx="7532054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mn-MN" sz="2000" dirty="0">
                <a:solidFill>
                  <a:schemeClr val="tx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Олон улсын доорх сертификатуудад бэлтгэх хөтөлбөр</a:t>
            </a:r>
            <a:endParaRPr sz="2000" dirty="0">
              <a:solidFill>
                <a:schemeClr val="tx1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</p:txBody>
      </p:sp>
      <p:pic>
        <p:nvPicPr>
          <p:cNvPr id="354" name="Google Shape;354;p10">
            <a:extLst>
              <a:ext uri="{FF2B5EF4-FFF2-40B4-BE49-F238E27FC236}">
                <a16:creationId xmlns:a16="http://schemas.microsoft.com/office/drawing/2014/main" id="{73CF73D5-8396-85C5-A344-66698FC55C1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714" y="1316770"/>
            <a:ext cx="756997" cy="75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0">
            <a:extLst>
              <a:ext uri="{FF2B5EF4-FFF2-40B4-BE49-F238E27FC236}">
                <a16:creationId xmlns:a16="http://schemas.microsoft.com/office/drawing/2014/main" id="{1AF48E8A-3286-05B6-6801-24BE9084B5E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7036" y="1316770"/>
            <a:ext cx="757013" cy="757013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0">
            <a:extLst>
              <a:ext uri="{FF2B5EF4-FFF2-40B4-BE49-F238E27FC236}">
                <a16:creationId xmlns:a16="http://schemas.microsoft.com/office/drawing/2014/main" id="{66537B95-29E3-94F3-718A-81D10DF84047}"/>
              </a:ext>
            </a:extLst>
          </p:cNvPr>
          <p:cNvSpPr txBox="1"/>
          <p:nvPr/>
        </p:nvSpPr>
        <p:spPr>
          <a:xfrm>
            <a:off x="186150" y="2386472"/>
            <a:ext cx="1954125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t" anchorCtr="0">
            <a:noAutofit/>
          </a:bodyPr>
          <a:lstStyle/>
          <a:p>
            <a:pPr algn="ctr">
              <a:lnSpc>
                <a:spcPct val="125000"/>
              </a:lnSpc>
              <a:buClr>
                <a:schemeClr val="dk1"/>
              </a:buClr>
              <a:buSzPts val="1100"/>
            </a:pPr>
            <a:r>
              <a:rPr lang="en" sz="9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Red Hat Certified System Administrator</a:t>
            </a:r>
            <a:endParaRPr sz="900">
              <a:solidFill>
                <a:schemeClr val="dk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EX200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57" name="Google Shape;357;p10">
            <a:extLst>
              <a:ext uri="{FF2B5EF4-FFF2-40B4-BE49-F238E27FC236}">
                <a16:creationId xmlns:a16="http://schemas.microsoft.com/office/drawing/2014/main" id="{AFDA9C2F-1299-797C-E34A-6996366F056B}"/>
              </a:ext>
            </a:extLst>
          </p:cNvPr>
          <p:cNvSpPr txBox="1"/>
          <p:nvPr/>
        </p:nvSpPr>
        <p:spPr>
          <a:xfrm>
            <a:off x="186161" y="2060114"/>
            <a:ext cx="1954125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rgbClr val="EE0000"/>
              </a:buClr>
              <a:buSzPts val="1800"/>
            </a:pPr>
            <a:r>
              <a:rPr lang="en" sz="135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RHCSA</a:t>
            </a:r>
            <a:endParaRPr sz="1350">
              <a:solidFill>
                <a:srgbClr val="EE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cxnSp>
        <p:nvCxnSpPr>
          <p:cNvPr id="358" name="Google Shape;358;p10">
            <a:extLst>
              <a:ext uri="{FF2B5EF4-FFF2-40B4-BE49-F238E27FC236}">
                <a16:creationId xmlns:a16="http://schemas.microsoft.com/office/drawing/2014/main" id="{7B41F8BA-ED9A-173F-D36B-895334EC8DCF}"/>
              </a:ext>
            </a:extLst>
          </p:cNvPr>
          <p:cNvCxnSpPr/>
          <p:nvPr/>
        </p:nvCxnSpPr>
        <p:spPr>
          <a:xfrm>
            <a:off x="2070215" y="1735602"/>
            <a:ext cx="0" cy="960750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59" name="Google Shape;359;p10">
            <a:extLst>
              <a:ext uri="{FF2B5EF4-FFF2-40B4-BE49-F238E27FC236}">
                <a16:creationId xmlns:a16="http://schemas.microsoft.com/office/drawing/2014/main" id="{49BF7FAB-C357-FF21-A684-B58846019A96}"/>
              </a:ext>
            </a:extLst>
          </p:cNvPr>
          <p:cNvSpPr txBox="1"/>
          <p:nvPr/>
        </p:nvSpPr>
        <p:spPr>
          <a:xfrm>
            <a:off x="2208480" y="2386472"/>
            <a:ext cx="1954125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t" anchorCtr="0">
            <a:noAutofit/>
          </a:bodyPr>
          <a:lstStyle/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Red Hat Certified Engineer Exam </a:t>
            </a:r>
          </a:p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endParaRPr lang="en" sz="900">
              <a:solidFill>
                <a:schemeClr val="dk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EX294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60" name="Google Shape;360;p10">
            <a:extLst>
              <a:ext uri="{FF2B5EF4-FFF2-40B4-BE49-F238E27FC236}">
                <a16:creationId xmlns:a16="http://schemas.microsoft.com/office/drawing/2014/main" id="{33F804FC-94F0-AAD4-4B86-86A88CED77C9}"/>
              </a:ext>
            </a:extLst>
          </p:cNvPr>
          <p:cNvSpPr txBox="1"/>
          <p:nvPr/>
        </p:nvSpPr>
        <p:spPr>
          <a:xfrm>
            <a:off x="2238202" y="2060114"/>
            <a:ext cx="1954125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rgbClr val="EE0000"/>
              </a:buClr>
              <a:buSzPts val="1800"/>
            </a:pPr>
            <a:r>
              <a:rPr lang="en" sz="135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RHCE</a:t>
            </a:r>
            <a:endParaRPr sz="1350">
              <a:solidFill>
                <a:srgbClr val="EE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361" name="Google Shape;361;p10">
            <a:extLst>
              <a:ext uri="{FF2B5EF4-FFF2-40B4-BE49-F238E27FC236}">
                <a16:creationId xmlns:a16="http://schemas.microsoft.com/office/drawing/2014/main" id="{3902630B-2C44-6290-E74F-A50D7A555976}"/>
              </a:ext>
            </a:extLst>
          </p:cNvPr>
          <p:cNvSpPr txBox="1"/>
          <p:nvPr/>
        </p:nvSpPr>
        <p:spPr>
          <a:xfrm>
            <a:off x="4439041" y="2365118"/>
            <a:ext cx="1954125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t" anchorCtr="0">
            <a:noAutofit/>
          </a:bodyPr>
          <a:lstStyle/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Red Hat Certified Specialist in Containers and Kubernetes</a:t>
            </a:r>
            <a:endParaRPr sz="900">
              <a:solidFill>
                <a:schemeClr val="dk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EX180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62" name="Google Shape;362;p10">
            <a:extLst>
              <a:ext uri="{FF2B5EF4-FFF2-40B4-BE49-F238E27FC236}">
                <a16:creationId xmlns:a16="http://schemas.microsoft.com/office/drawing/2014/main" id="{C57E2D10-A7AD-7ECD-BD2F-6A57B3F95A0A}"/>
              </a:ext>
            </a:extLst>
          </p:cNvPr>
          <p:cNvSpPr txBox="1"/>
          <p:nvPr/>
        </p:nvSpPr>
        <p:spPr>
          <a:xfrm>
            <a:off x="4439129" y="2046482"/>
            <a:ext cx="1954125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rgbClr val="EE0000"/>
              </a:buClr>
              <a:buSzPts val="1800"/>
            </a:pPr>
            <a:r>
              <a:rPr lang="en" sz="135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RHCSCK</a:t>
            </a:r>
            <a:endParaRPr sz="1350">
              <a:solidFill>
                <a:srgbClr val="EE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cxnSp>
        <p:nvCxnSpPr>
          <p:cNvPr id="363" name="Google Shape;363;p10">
            <a:extLst>
              <a:ext uri="{FF2B5EF4-FFF2-40B4-BE49-F238E27FC236}">
                <a16:creationId xmlns:a16="http://schemas.microsoft.com/office/drawing/2014/main" id="{7B9DACB6-AE8C-E8A5-E706-581C2B667CE2}"/>
              </a:ext>
            </a:extLst>
          </p:cNvPr>
          <p:cNvCxnSpPr/>
          <p:nvPr/>
        </p:nvCxnSpPr>
        <p:spPr>
          <a:xfrm>
            <a:off x="4311367" y="1735602"/>
            <a:ext cx="0" cy="960750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pic>
        <p:nvPicPr>
          <p:cNvPr id="364" name="Google Shape;364;p10">
            <a:extLst>
              <a:ext uri="{FF2B5EF4-FFF2-40B4-BE49-F238E27FC236}">
                <a16:creationId xmlns:a16="http://schemas.microsoft.com/office/drawing/2014/main" id="{D59F0BED-E5AC-346A-7076-74B44A8EE6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7605" y="1295416"/>
            <a:ext cx="756997" cy="75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63;p10">
            <a:extLst>
              <a:ext uri="{FF2B5EF4-FFF2-40B4-BE49-F238E27FC236}">
                <a16:creationId xmlns:a16="http://schemas.microsoft.com/office/drawing/2014/main" id="{DDF1DC4A-0FBB-799E-DDAE-832AD61774C8}"/>
              </a:ext>
            </a:extLst>
          </p:cNvPr>
          <p:cNvCxnSpPr/>
          <p:nvPr/>
        </p:nvCxnSpPr>
        <p:spPr>
          <a:xfrm>
            <a:off x="6490521" y="1683422"/>
            <a:ext cx="0" cy="960750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pic>
        <p:nvPicPr>
          <p:cNvPr id="3" name="Google Shape;355;p10">
            <a:extLst>
              <a:ext uri="{FF2B5EF4-FFF2-40B4-BE49-F238E27FC236}">
                <a16:creationId xmlns:a16="http://schemas.microsoft.com/office/drawing/2014/main" id="{04807CB7-51BD-CF79-C9A1-8303E39495A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8841" y="1316770"/>
            <a:ext cx="757013" cy="7570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59;p10">
            <a:extLst>
              <a:ext uri="{FF2B5EF4-FFF2-40B4-BE49-F238E27FC236}">
                <a16:creationId xmlns:a16="http://schemas.microsoft.com/office/drawing/2014/main" id="{E909E269-6890-F4B4-5CBB-86C73FC61B6E}"/>
              </a:ext>
            </a:extLst>
          </p:cNvPr>
          <p:cNvSpPr txBox="1"/>
          <p:nvPr/>
        </p:nvSpPr>
        <p:spPr>
          <a:xfrm>
            <a:off x="6669602" y="2386472"/>
            <a:ext cx="2074808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t" anchorCtr="0">
            <a:noAutofit/>
          </a:bodyPr>
          <a:lstStyle/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Red Hat Certified Specialist in Ansible Network Automation Exam </a:t>
            </a:r>
          </a:p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</a:t>
            </a:r>
            <a:r>
              <a:rPr lang="en-US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457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5" name="Google Shape;360;p10">
            <a:extLst>
              <a:ext uri="{FF2B5EF4-FFF2-40B4-BE49-F238E27FC236}">
                <a16:creationId xmlns:a16="http://schemas.microsoft.com/office/drawing/2014/main" id="{CD7F03C2-D11B-7059-79A7-680128FC1113}"/>
              </a:ext>
            </a:extLst>
          </p:cNvPr>
          <p:cNvSpPr txBox="1"/>
          <p:nvPr/>
        </p:nvSpPr>
        <p:spPr>
          <a:xfrm>
            <a:off x="6820007" y="2060114"/>
            <a:ext cx="1954125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rgbClr val="EE0000"/>
              </a:buClr>
              <a:buSzPts val="1800"/>
            </a:pPr>
            <a:r>
              <a:rPr lang="en-US" sz="135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RHCSANA</a:t>
            </a:r>
          </a:p>
        </p:txBody>
      </p:sp>
      <p:pic>
        <p:nvPicPr>
          <p:cNvPr id="1028" name="Picture 4" descr="CCNA - Credly">
            <a:extLst>
              <a:ext uri="{FF2B5EF4-FFF2-40B4-BE49-F238E27FC236}">
                <a16:creationId xmlns:a16="http://schemas.microsoft.com/office/drawing/2014/main" id="{D1673B1D-2648-E0AB-F211-95DBC7C34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246" y="3366623"/>
            <a:ext cx="1074668" cy="107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Google Shape;363;p10">
            <a:extLst>
              <a:ext uri="{FF2B5EF4-FFF2-40B4-BE49-F238E27FC236}">
                <a16:creationId xmlns:a16="http://schemas.microsoft.com/office/drawing/2014/main" id="{B04B03C5-1F4B-6ABA-0DFC-19028C5B6064}"/>
              </a:ext>
            </a:extLst>
          </p:cNvPr>
          <p:cNvCxnSpPr>
            <a:cxnSpLocks/>
          </p:cNvCxnSpPr>
          <p:nvPr/>
        </p:nvCxnSpPr>
        <p:spPr>
          <a:xfrm>
            <a:off x="5388696" y="3356773"/>
            <a:ext cx="0" cy="960750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pic>
        <p:nvPicPr>
          <p:cNvPr id="7" name="Google Shape;355;p10" descr="A red and black logo&#10;&#10;Description automatically generated">
            <a:extLst>
              <a:ext uri="{FF2B5EF4-FFF2-40B4-BE49-F238E27FC236}">
                <a16:creationId xmlns:a16="http://schemas.microsoft.com/office/drawing/2014/main" id="{1E5410E2-5482-C383-DC83-AB45DFFC678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82169" y="3234012"/>
            <a:ext cx="757013" cy="75701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59;p10">
            <a:extLst>
              <a:ext uri="{FF2B5EF4-FFF2-40B4-BE49-F238E27FC236}">
                <a16:creationId xmlns:a16="http://schemas.microsoft.com/office/drawing/2014/main" id="{9A7FC7F0-8A2E-6ACA-8A9A-232EE3B231FD}"/>
              </a:ext>
            </a:extLst>
          </p:cNvPr>
          <p:cNvSpPr txBox="1"/>
          <p:nvPr/>
        </p:nvSpPr>
        <p:spPr>
          <a:xfrm>
            <a:off x="5537594" y="4250328"/>
            <a:ext cx="2224336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t" anchorCtr="0">
            <a:noAutofit/>
          </a:bodyPr>
          <a:lstStyle/>
          <a:p>
            <a:pPr algn="ctr">
              <a:lnSpc>
                <a:spcPct val="125000"/>
              </a:lnSpc>
              <a:buSzPts val="1200"/>
              <a:buFont typeface="Red Hat Text Medium"/>
            </a:pPr>
            <a:r>
              <a:rPr lang="en" sz="900" dirty="0">
                <a:solidFill>
                  <a:schemeClr val="dk1"/>
                </a:solidFill>
                <a:latin typeface="Red Hat Text Medium"/>
                <a:ea typeface="Red Hat Text Medium"/>
                <a:sym typeface="Red Hat Text Medium"/>
              </a:rPr>
              <a:t>Red Hat Certified Specialist in Containers Exam</a:t>
            </a:r>
            <a:r>
              <a:rPr lang="en" sz="900" dirty="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 </a:t>
            </a:r>
            <a:endParaRPr lang="en-US" sz="1050" dirty="0">
              <a:solidFill>
                <a:schemeClr val="dk1"/>
              </a:solidFill>
            </a:endParaRPr>
          </a:p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 dirty="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</a:t>
            </a:r>
            <a:r>
              <a:rPr lang="en-US" sz="900" dirty="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188</a:t>
            </a:r>
            <a:endParaRPr sz="900" dirty="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9" name="Google Shape;360;p10">
            <a:extLst>
              <a:ext uri="{FF2B5EF4-FFF2-40B4-BE49-F238E27FC236}">
                <a16:creationId xmlns:a16="http://schemas.microsoft.com/office/drawing/2014/main" id="{A89B2FD5-6CF9-470B-445E-590E8E62FA32}"/>
              </a:ext>
            </a:extLst>
          </p:cNvPr>
          <p:cNvSpPr txBox="1"/>
          <p:nvPr/>
        </p:nvSpPr>
        <p:spPr>
          <a:xfrm>
            <a:off x="5687999" y="3923970"/>
            <a:ext cx="1954125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rgbClr val="EE0000"/>
              </a:buClr>
              <a:buSzPts val="1800"/>
            </a:pPr>
            <a:r>
              <a:rPr lang="en-US" sz="135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RHCSC</a:t>
            </a:r>
          </a:p>
        </p:txBody>
      </p:sp>
      <p:cxnSp>
        <p:nvCxnSpPr>
          <p:cNvPr id="11" name="Google Shape;363;p10">
            <a:extLst>
              <a:ext uri="{FF2B5EF4-FFF2-40B4-BE49-F238E27FC236}">
                <a16:creationId xmlns:a16="http://schemas.microsoft.com/office/drawing/2014/main" id="{A12709D9-B649-084F-E0CC-6F0D8AC0AFD0}"/>
              </a:ext>
            </a:extLst>
          </p:cNvPr>
          <p:cNvCxnSpPr>
            <a:cxnSpLocks/>
          </p:cNvCxnSpPr>
          <p:nvPr/>
        </p:nvCxnSpPr>
        <p:spPr>
          <a:xfrm>
            <a:off x="2882082" y="3434890"/>
            <a:ext cx="0" cy="960750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pic>
        <p:nvPicPr>
          <p:cNvPr id="13" name="Picture 12" descr="A logo with text overlay&#10;&#10;Description automatically generated">
            <a:extLst>
              <a:ext uri="{FF2B5EF4-FFF2-40B4-BE49-F238E27FC236}">
                <a16:creationId xmlns:a16="http://schemas.microsoft.com/office/drawing/2014/main" id="{FEFB5311-AF7E-39A6-0551-C60D792224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565" y="3550347"/>
            <a:ext cx="1629692" cy="808892"/>
          </a:xfrm>
          <a:prstGeom prst="rect">
            <a:avLst/>
          </a:prstGeom>
          <a:ln>
            <a:noFill/>
          </a:ln>
        </p:spPr>
      </p:pic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7D9604FC-C24B-8A11-62CE-DF90E7DD122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1232" y="267167"/>
            <a:ext cx="1099361" cy="5249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832799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77043D7D-30D3-5980-F83D-129F4FD02F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1232" y="189937"/>
            <a:ext cx="1099361" cy="524942"/>
          </a:xfrm>
          <a:prstGeom prst="rect">
            <a:avLst/>
          </a:prstGeom>
          <a:ln>
            <a:noFill/>
          </a:ln>
        </p:spPr>
      </p:pic>
      <p:pic>
        <p:nvPicPr>
          <p:cNvPr id="11" name="Picture 10" descr="Ansible and Ansible Architecture">
            <a:extLst>
              <a:ext uri="{FF2B5EF4-FFF2-40B4-BE49-F238E27FC236}">
                <a16:creationId xmlns:a16="http://schemas.microsoft.com/office/drawing/2014/main" id="{375C4AEC-65A3-959B-E3DF-F2F26F046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7036" y="962970"/>
            <a:ext cx="1594340" cy="1044093"/>
          </a:xfrm>
          <a:prstGeom prst="rect">
            <a:avLst/>
          </a:prstGeom>
          <a:ln>
            <a:noFill/>
          </a:ln>
        </p:spPr>
      </p:pic>
      <p:pic>
        <p:nvPicPr>
          <p:cNvPr id="12" name="Picture 11" descr="Linux Foundation - Wikipedia">
            <a:extLst>
              <a:ext uri="{FF2B5EF4-FFF2-40B4-BE49-F238E27FC236}">
                <a16:creationId xmlns:a16="http://schemas.microsoft.com/office/drawing/2014/main" id="{C4946BD2-772D-E870-101C-C6FD6DB2B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274" y="2338146"/>
            <a:ext cx="1835150" cy="615252"/>
          </a:xfrm>
          <a:prstGeom prst="rect">
            <a:avLst/>
          </a:prstGeom>
        </p:spPr>
      </p:pic>
      <p:pic>
        <p:nvPicPr>
          <p:cNvPr id="13" name="Picture 12" descr="RHCE EXAM Voucher] – Red Hat Certified Engineer – TCC Consulting Limited">
            <a:extLst>
              <a:ext uri="{FF2B5EF4-FFF2-40B4-BE49-F238E27FC236}">
                <a16:creationId xmlns:a16="http://schemas.microsoft.com/office/drawing/2014/main" id="{87F10319-B697-D071-AB5E-0166393513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1151" y="3579846"/>
            <a:ext cx="1835149" cy="804863"/>
          </a:xfrm>
          <a:prstGeom prst="rect">
            <a:avLst/>
          </a:prstGeom>
        </p:spPr>
      </p:pic>
      <p:pic>
        <p:nvPicPr>
          <p:cNvPr id="15" name="Picture 14" descr="Introducing Red Hat OpenShift Container Platform">
            <a:extLst>
              <a:ext uri="{FF2B5EF4-FFF2-40B4-BE49-F238E27FC236}">
                <a16:creationId xmlns:a16="http://schemas.microsoft.com/office/drawing/2014/main" id="{D2BB2123-713C-6BA7-A3C8-D40EE0FD05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5762" y="2517547"/>
            <a:ext cx="1835150" cy="476465"/>
          </a:xfrm>
          <a:prstGeom prst="rect">
            <a:avLst/>
          </a:prstGeom>
        </p:spPr>
      </p:pic>
      <p:pic>
        <p:nvPicPr>
          <p:cNvPr id="16" name="Picture 15" descr="OpenStack - Wikipedia">
            <a:extLst>
              <a:ext uri="{FF2B5EF4-FFF2-40B4-BE49-F238E27FC236}">
                <a16:creationId xmlns:a16="http://schemas.microsoft.com/office/drawing/2014/main" id="{9AC2747E-02BA-5475-7048-9A89FAE479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5053" y="1077768"/>
            <a:ext cx="1549401" cy="814495"/>
          </a:xfrm>
          <a:prstGeom prst="rect">
            <a:avLst/>
          </a:prstGeom>
        </p:spPr>
      </p:pic>
      <p:pic>
        <p:nvPicPr>
          <p:cNvPr id="18" name="Picture 17" descr="Ubuntu Logo, symbol, meaning, history, PNG, brand">
            <a:extLst>
              <a:ext uri="{FF2B5EF4-FFF2-40B4-BE49-F238E27FC236}">
                <a16:creationId xmlns:a16="http://schemas.microsoft.com/office/drawing/2014/main" id="{9C201C0E-51C1-C304-821A-0147578C05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2420" y="1008255"/>
            <a:ext cx="1600481" cy="884010"/>
          </a:xfrm>
          <a:prstGeom prst="rect">
            <a:avLst/>
          </a:prstGeom>
        </p:spPr>
      </p:pic>
      <p:pic>
        <p:nvPicPr>
          <p:cNvPr id="19" name="Picture 18" descr="What exactly is Kubernetes - Dots and Brackets: Code Blog">
            <a:extLst>
              <a:ext uri="{FF2B5EF4-FFF2-40B4-BE49-F238E27FC236}">
                <a16:creationId xmlns:a16="http://schemas.microsoft.com/office/drawing/2014/main" id="{B281E489-F729-277D-8A73-70467B38934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02466" y="3571536"/>
            <a:ext cx="935567" cy="805012"/>
          </a:xfrm>
          <a:prstGeom prst="rect">
            <a:avLst/>
          </a:prstGeom>
          <a:ln>
            <a:noFill/>
          </a:ln>
        </p:spPr>
      </p:pic>
      <p:pic>
        <p:nvPicPr>
          <p:cNvPr id="20" name="Picture 19" descr="Using Podman to Generate and Test a Kubernetes YAML Manifest">
            <a:extLst>
              <a:ext uri="{FF2B5EF4-FFF2-40B4-BE49-F238E27FC236}">
                <a16:creationId xmlns:a16="http://schemas.microsoft.com/office/drawing/2014/main" id="{1A5C6A84-A43B-62D6-2799-E726E7355E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69883" y="3485857"/>
            <a:ext cx="1284818" cy="891703"/>
          </a:xfrm>
          <a:prstGeom prst="rect">
            <a:avLst/>
          </a:prstGeom>
        </p:spPr>
      </p:pic>
      <p:pic>
        <p:nvPicPr>
          <p:cNvPr id="21" name="Picture 20" descr="Red Hat Certified System Administrator (RHCSA) Exam - Fierce Software">
            <a:extLst>
              <a:ext uri="{FF2B5EF4-FFF2-40B4-BE49-F238E27FC236}">
                <a16:creationId xmlns:a16="http://schemas.microsoft.com/office/drawing/2014/main" id="{55D77903-EEFB-F6E0-724B-B51E8E122AD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21376" y="2318985"/>
            <a:ext cx="2216150" cy="717551"/>
          </a:xfrm>
          <a:prstGeom prst="rect">
            <a:avLst/>
          </a:prstGeom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5FB6D43D-E496-535E-D172-AB23B44BEAD4}"/>
              </a:ext>
            </a:extLst>
          </p:cNvPr>
          <p:cNvSpPr txBox="1"/>
          <p:nvPr/>
        </p:nvSpPr>
        <p:spPr>
          <a:xfrm>
            <a:off x="899451" y="362908"/>
            <a:ext cx="5145939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2241" b="1" dirty="0">
                <a:solidFill>
                  <a:srgbClr val="1B71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ONLINE COURSES</a:t>
            </a:r>
          </a:p>
        </p:txBody>
      </p:sp>
      <p:pic>
        <p:nvPicPr>
          <p:cNvPr id="1026" name="Picture 2" descr="PostgreSQL Foreign Data Wrappers | Kentik Blog">
            <a:extLst>
              <a:ext uri="{FF2B5EF4-FFF2-40B4-BE49-F238E27FC236}">
                <a16:creationId xmlns:a16="http://schemas.microsoft.com/office/drawing/2014/main" id="{7CBC6C1B-D2CD-8AE2-0656-57D6FFB03C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9246" y="923628"/>
            <a:ext cx="1792287" cy="1161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pen Infra Presentation Ryo.pptx">
            <a:extLst>
              <a:ext uri="{FF2B5EF4-FFF2-40B4-BE49-F238E27FC236}">
                <a16:creationId xmlns:a16="http://schemas.microsoft.com/office/drawing/2014/main" id="{F67806FE-687B-0C60-B3E1-1FC73A34D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18" y="3648876"/>
            <a:ext cx="1958064" cy="615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Cisco - Wikipedia">
            <a:extLst>
              <a:ext uri="{FF2B5EF4-FFF2-40B4-BE49-F238E27FC236}">
                <a16:creationId xmlns:a16="http://schemas.microsoft.com/office/drawing/2014/main" id="{FCAE31DD-C111-4EF5-C72E-1C6B9923C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839" y="1077768"/>
            <a:ext cx="1321153" cy="697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18734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A92BF-1C8B-E02E-5C67-03E2DF152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>
            <a:extLst>
              <a:ext uri="{FF2B5EF4-FFF2-40B4-BE49-F238E27FC236}">
                <a16:creationId xmlns:a16="http://schemas.microsoft.com/office/drawing/2014/main" id="{2792F643-54E9-FF98-5D65-5219078251AA}"/>
              </a:ext>
            </a:extLst>
          </p:cNvPr>
          <p:cNvSpPr txBox="1"/>
          <p:nvPr/>
        </p:nvSpPr>
        <p:spPr>
          <a:xfrm>
            <a:off x="272728" y="379925"/>
            <a:ext cx="5145939" cy="333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2241" b="1" dirty="0">
                <a:solidFill>
                  <a:srgbClr val="1B71E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SELF-LEARNING BUNDLE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6643975-FD3E-BBDB-C6B8-4CA09F7F75F8}"/>
              </a:ext>
            </a:extLst>
          </p:cNvPr>
          <p:cNvSpPr/>
          <p:nvPr/>
        </p:nvSpPr>
        <p:spPr>
          <a:xfrm>
            <a:off x="7095067" y="261206"/>
            <a:ext cx="1347117" cy="593927"/>
          </a:xfrm>
          <a:custGeom>
            <a:avLst/>
            <a:gdLst/>
            <a:ahLst/>
            <a:cxnLst/>
            <a:rect l="l" t="t" r="r" b="b"/>
            <a:pathLst>
              <a:path w="2551437" h="1141722">
                <a:moveTo>
                  <a:pt x="0" y="0"/>
                </a:moveTo>
                <a:lnTo>
                  <a:pt x="2551438" y="0"/>
                </a:lnTo>
                <a:lnTo>
                  <a:pt x="2551438" y="1141722"/>
                </a:lnTo>
                <a:lnTo>
                  <a:pt x="0" y="1141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700"/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AF81FECA-E89A-9846-E8EF-539B2C8F3640}"/>
              </a:ext>
            </a:extLst>
          </p:cNvPr>
          <p:cNvGrpSpPr/>
          <p:nvPr/>
        </p:nvGrpSpPr>
        <p:grpSpPr>
          <a:xfrm>
            <a:off x="0" y="3767884"/>
            <a:ext cx="2472267" cy="419571"/>
            <a:chOff x="0" y="0"/>
            <a:chExt cx="2734767" cy="4064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ECE766A9-EF23-BC45-E299-CAF0A8E9DF4E}"/>
                </a:ext>
              </a:extLst>
            </p:cNvPr>
            <p:cNvSpPr/>
            <p:nvPr/>
          </p:nvSpPr>
          <p:spPr>
            <a:xfrm>
              <a:off x="0" y="0"/>
              <a:ext cx="2734767" cy="406400"/>
            </a:xfrm>
            <a:custGeom>
              <a:avLst/>
              <a:gdLst/>
              <a:ahLst/>
              <a:cxnLst/>
              <a:rect l="l" t="t" r="r" b="b"/>
              <a:pathLst>
                <a:path w="2734767" h="406400">
                  <a:moveTo>
                    <a:pt x="2531567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2531567" y="406400"/>
                  </a:lnTo>
                  <a:lnTo>
                    <a:pt x="2734767" y="203200"/>
                  </a:lnTo>
                  <a:lnTo>
                    <a:pt x="2531567" y="0"/>
                  </a:lnTo>
                  <a:close/>
                </a:path>
              </a:pathLst>
            </a:custGeom>
            <a:gradFill rotWithShape="1">
              <a:gsLst>
                <a:gs pos="0">
                  <a:srgbClr val="1A2D6F">
                    <a:alpha val="100000"/>
                  </a:srgbClr>
                </a:gs>
                <a:gs pos="100000">
                  <a:srgbClr val="2345B2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sz="700" dirty="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44C45DD3-2B7C-355A-2684-DF5048138F7B}"/>
                </a:ext>
              </a:extLst>
            </p:cNvPr>
            <p:cNvSpPr txBox="1"/>
            <p:nvPr/>
          </p:nvSpPr>
          <p:spPr>
            <a:xfrm>
              <a:off x="0" y="-38100"/>
              <a:ext cx="2620467" cy="444500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sp>
        <p:nvSpPr>
          <p:cNvPr id="17" name="Freeform 17">
            <a:extLst>
              <a:ext uri="{FF2B5EF4-FFF2-40B4-BE49-F238E27FC236}">
                <a16:creationId xmlns:a16="http://schemas.microsoft.com/office/drawing/2014/main" id="{D177CABB-4975-362F-0B9D-2E42F8D234C5}"/>
              </a:ext>
            </a:extLst>
          </p:cNvPr>
          <p:cNvSpPr/>
          <p:nvPr/>
        </p:nvSpPr>
        <p:spPr>
          <a:xfrm>
            <a:off x="341592" y="4510393"/>
            <a:ext cx="200589" cy="200589"/>
          </a:xfrm>
          <a:custGeom>
            <a:avLst/>
            <a:gdLst/>
            <a:ahLst/>
            <a:cxnLst/>
            <a:rect l="l" t="t" r="r" b="b"/>
            <a:pathLst>
              <a:path w="401178" h="401178">
                <a:moveTo>
                  <a:pt x="0" y="0"/>
                </a:moveTo>
                <a:lnTo>
                  <a:pt x="401178" y="0"/>
                </a:lnTo>
                <a:lnTo>
                  <a:pt x="401178" y="401178"/>
                </a:lnTo>
                <a:lnTo>
                  <a:pt x="0" y="4011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70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76589196-E772-D384-FAD9-D5330FF0D68A}"/>
              </a:ext>
            </a:extLst>
          </p:cNvPr>
          <p:cNvSpPr/>
          <p:nvPr/>
        </p:nvSpPr>
        <p:spPr>
          <a:xfrm>
            <a:off x="341592" y="4777139"/>
            <a:ext cx="200589" cy="200589"/>
          </a:xfrm>
          <a:custGeom>
            <a:avLst/>
            <a:gdLst/>
            <a:ahLst/>
            <a:cxnLst/>
            <a:rect l="l" t="t" r="r" b="b"/>
            <a:pathLst>
              <a:path w="401178" h="401178">
                <a:moveTo>
                  <a:pt x="0" y="0"/>
                </a:moveTo>
                <a:lnTo>
                  <a:pt x="401178" y="0"/>
                </a:lnTo>
                <a:lnTo>
                  <a:pt x="401178" y="401178"/>
                </a:lnTo>
                <a:lnTo>
                  <a:pt x="0" y="4011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700"/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F4432F2F-223D-135B-09C8-54EFDC0B8E1E}"/>
              </a:ext>
            </a:extLst>
          </p:cNvPr>
          <p:cNvSpPr txBox="1"/>
          <p:nvPr/>
        </p:nvSpPr>
        <p:spPr>
          <a:xfrm>
            <a:off x="591711" y="4492226"/>
            <a:ext cx="2007556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68"/>
              </a:lnSpc>
            </a:pPr>
            <a:r>
              <a:rPr lang="en-US" sz="1600" dirty="0">
                <a:solidFill>
                  <a:srgbClr val="1B307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+976 8901 8111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389AF87C-DD1E-A81B-01C8-A59684011110}"/>
              </a:ext>
            </a:extLst>
          </p:cNvPr>
          <p:cNvSpPr txBox="1"/>
          <p:nvPr/>
        </p:nvSpPr>
        <p:spPr>
          <a:xfrm>
            <a:off x="591711" y="4739549"/>
            <a:ext cx="2854222" cy="2308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768"/>
              </a:lnSpc>
            </a:pPr>
            <a:r>
              <a:rPr lang="en-US" sz="1600" dirty="0">
                <a:solidFill>
                  <a:srgbClr val="1B3079"/>
                </a:solidFill>
                <a:latin typeface="Barlow Condensed"/>
                <a:ea typeface="Barlow Condensed"/>
                <a:cs typeface="Barlow Condensed"/>
                <a:sym typeface="Barlow Condensed"/>
              </a:rPr>
              <a:t>info@upr-consulting.mn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B8ECFA31-81F1-E58A-7366-7999958B740D}"/>
              </a:ext>
            </a:extLst>
          </p:cNvPr>
          <p:cNvSpPr txBox="1"/>
          <p:nvPr/>
        </p:nvSpPr>
        <p:spPr>
          <a:xfrm>
            <a:off x="59684" y="3917613"/>
            <a:ext cx="2107782" cy="1803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357"/>
              </a:lnSpc>
            </a:pPr>
            <a:r>
              <a:rPr lang="en-US" sz="1600" b="1" dirty="0" err="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Бүртгэл</a:t>
            </a:r>
            <a:endParaRPr lang="en-US" sz="1600" b="1" dirty="0">
              <a:solidFill>
                <a:srgbClr val="FFFFFF"/>
              </a:solidFill>
              <a:latin typeface="Barlow Condensed Bold"/>
              <a:ea typeface="Barlow Condensed Bold"/>
              <a:cs typeface="Barlow Condensed Bold"/>
              <a:sym typeface="Barlow Condensed Bold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85A0E3B-AE2B-8537-705F-A0DF7454C8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1215678"/>
              </p:ext>
            </p:extLst>
          </p:nvPr>
        </p:nvGraphicFramePr>
        <p:xfrm>
          <a:off x="204995" y="1045581"/>
          <a:ext cx="8237190" cy="2365600"/>
        </p:xfrm>
        <a:graphic>
          <a:graphicData uri="http://schemas.openxmlformats.org/drawingml/2006/table">
            <a:tbl>
              <a:tblPr/>
              <a:tblGrid>
                <a:gridCol w="290680">
                  <a:extLst>
                    <a:ext uri="{9D8B030D-6E8A-4147-A177-3AD203B41FA5}">
                      <a16:colId xmlns:a16="http://schemas.microsoft.com/office/drawing/2014/main" val="3671041338"/>
                    </a:ext>
                  </a:extLst>
                </a:gridCol>
                <a:gridCol w="4997652">
                  <a:extLst>
                    <a:ext uri="{9D8B030D-6E8A-4147-A177-3AD203B41FA5}">
                      <a16:colId xmlns:a16="http://schemas.microsoft.com/office/drawing/2014/main" val="2964209508"/>
                    </a:ext>
                  </a:extLst>
                </a:gridCol>
                <a:gridCol w="755073">
                  <a:extLst>
                    <a:ext uri="{9D8B030D-6E8A-4147-A177-3AD203B41FA5}">
                      <a16:colId xmlns:a16="http://schemas.microsoft.com/office/drawing/2014/main" val="3381780296"/>
                    </a:ext>
                  </a:extLst>
                </a:gridCol>
                <a:gridCol w="1267691">
                  <a:extLst>
                    <a:ext uri="{9D8B030D-6E8A-4147-A177-3AD203B41FA5}">
                      <a16:colId xmlns:a16="http://schemas.microsoft.com/office/drawing/2014/main" val="2811063785"/>
                    </a:ext>
                  </a:extLst>
                </a:gridCol>
                <a:gridCol w="926094">
                  <a:extLst>
                    <a:ext uri="{9D8B030D-6E8A-4147-A177-3AD203B41FA5}">
                      <a16:colId xmlns:a16="http://schemas.microsoft.com/office/drawing/2014/main" val="2261857933"/>
                    </a:ext>
                  </a:extLst>
                </a:gridCol>
              </a:tblGrid>
              <a:tr h="22675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mn-M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№</a:t>
                      </a:r>
                      <a:endParaRPr 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Course Name</a:t>
                      </a:r>
                      <a:r>
                        <a:rPr lang="en-US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1" i="0" u="none" strike="noStrike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ID</a:t>
                      </a:r>
                      <a:r>
                        <a:rPr lang="en-US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Level</a:t>
                      </a:r>
                      <a:r>
                        <a:rPr lang="en-US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 fee</a:t>
                      </a: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0972424"/>
                  </a:ext>
                </a:extLst>
              </a:tr>
              <a:tr h="22675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Getting Started with Linux Fundamentals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RH104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Entry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120$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0401925"/>
                  </a:ext>
                </a:extLst>
              </a:tr>
              <a:tr h="22675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Red Hat System Administration I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RH124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Entry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120$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4384110"/>
                  </a:ext>
                </a:extLst>
              </a:tr>
              <a:tr h="22675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Red Hat System Administration II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RH134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Professional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600$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1890860"/>
                  </a:ext>
                </a:extLst>
              </a:tr>
              <a:tr h="22675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Red Hat Enterprise Linux Automation with Ansible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RH294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Professional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600$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525399"/>
                  </a:ext>
                </a:extLst>
              </a:tr>
              <a:tr h="22675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Network Automation with Red Hat Ansible Automation Platform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DO457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Professional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600$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182062"/>
                  </a:ext>
                </a:extLst>
              </a:tr>
              <a:tr h="22675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Introduction to OpenShift Application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DO101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Entry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120$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355481"/>
                  </a:ext>
                </a:extLst>
              </a:tr>
              <a:tr h="22675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Red Hat OpenShift Developer I: Introduction to Containers with Podman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DO188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Professional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600$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36238"/>
                  </a:ext>
                </a:extLst>
              </a:tr>
              <a:tr h="22675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Red Hat OpenShift I: Operating a Production Cluster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DO180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Professional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120$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4015127"/>
                  </a:ext>
                </a:extLst>
              </a:tr>
              <a:tr h="226758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Red Hat OpenStack Administration I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CL110</a:t>
                      </a:r>
                      <a:r>
                        <a:rPr lang="en-U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Professional</a:t>
                      </a:r>
                      <a:r>
                        <a:rPr lang="en-U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600$</a:t>
                      </a:r>
                      <a:endParaRPr lang="en-US" sz="1200" b="0" i="0" dirty="0">
                        <a:effectLst/>
                      </a:endParaRPr>
                    </a:p>
                  </a:txBody>
                  <a:tcPr marL="48645" marR="48645" marT="24322" marB="24322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65638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5623B88-B095-050D-118F-E7885B5CE0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244592"/>
              </p:ext>
            </p:extLst>
          </p:nvPr>
        </p:nvGraphicFramePr>
        <p:xfrm>
          <a:off x="2741224" y="3711102"/>
          <a:ext cx="5733441" cy="1419958"/>
        </p:xfrm>
        <a:graphic>
          <a:graphicData uri="http://schemas.openxmlformats.org/drawingml/2006/table">
            <a:tbl>
              <a:tblPr/>
              <a:tblGrid>
                <a:gridCol w="314776">
                  <a:extLst>
                    <a:ext uri="{9D8B030D-6E8A-4147-A177-3AD203B41FA5}">
                      <a16:colId xmlns:a16="http://schemas.microsoft.com/office/drawing/2014/main" val="2206657624"/>
                    </a:ext>
                  </a:extLst>
                </a:gridCol>
                <a:gridCol w="821266">
                  <a:extLst>
                    <a:ext uri="{9D8B030D-6E8A-4147-A177-3AD203B41FA5}">
                      <a16:colId xmlns:a16="http://schemas.microsoft.com/office/drawing/2014/main" val="158202243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2113847"/>
                    </a:ext>
                  </a:extLst>
                </a:gridCol>
                <a:gridCol w="1100667">
                  <a:extLst>
                    <a:ext uri="{9D8B030D-6E8A-4147-A177-3AD203B41FA5}">
                      <a16:colId xmlns:a16="http://schemas.microsoft.com/office/drawing/2014/main" val="1721175829"/>
                    </a:ext>
                  </a:extLst>
                </a:gridCol>
                <a:gridCol w="1386069">
                  <a:extLst>
                    <a:ext uri="{9D8B030D-6E8A-4147-A177-3AD203B41FA5}">
                      <a16:colId xmlns:a16="http://schemas.microsoft.com/office/drawing/2014/main" val="1916199116"/>
                    </a:ext>
                  </a:extLst>
                </a:gridCol>
                <a:gridCol w="1196263">
                  <a:extLst>
                    <a:ext uri="{9D8B030D-6E8A-4147-A177-3AD203B41FA5}">
                      <a16:colId xmlns:a16="http://schemas.microsoft.com/office/drawing/2014/main" val="2921807592"/>
                    </a:ext>
                  </a:extLst>
                </a:gridCol>
              </a:tblGrid>
              <a:tr h="181136">
                <a:tc rowSpan="2"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№</a:t>
                      </a: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Bundle Name</a:t>
                      </a: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Duration </a:t>
                      </a: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Course unit</a:t>
                      </a: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Price /MNT/</a:t>
                      </a: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738463"/>
                  </a:ext>
                </a:extLst>
              </a:tr>
              <a:tr h="3142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Entry Level</a:t>
                      </a: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Professional Level</a:t>
                      </a:r>
                      <a:r>
                        <a:rPr lang="en-US" sz="11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39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0454147"/>
                  </a:ext>
                </a:extLst>
              </a:tr>
              <a:tr h="18113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Basic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year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5,500,000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082682"/>
                  </a:ext>
                </a:extLst>
              </a:tr>
              <a:tr h="18113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Standard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year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  <a:endParaRPr lang="en-US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9,500,000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180200"/>
                  </a:ext>
                </a:extLst>
              </a:tr>
              <a:tr h="18113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Premium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 year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  <a:r>
                        <a:rPr lang="en-U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69"/>
                        </a:lnSpc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15,500,000</a:t>
                      </a:r>
                      <a:r>
                        <a:rPr lang="en-US" sz="11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n-US" b="0" i="0" dirty="0"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1519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4680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567"/>
    </mc:Choice>
    <mc:Fallback xmlns="">
      <p:transition spd="slow" advTm="207567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"/>
          <p:cNvSpPr txBox="1">
            <a:spLocks noGrp="1"/>
          </p:cNvSpPr>
          <p:nvPr>
            <p:ph type="title" idx="4294967295"/>
          </p:nvPr>
        </p:nvSpPr>
        <p:spPr>
          <a:xfrm>
            <a:off x="110070" y="369255"/>
            <a:ext cx="7532054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mn-MN" sz="2000" dirty="0">
                <a:solidFill>
                  <a:schemeClr val="tx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Олон улсын доорх сертификатуудад бэлтгэх хөтөлбөр</a:t>
            </a:r>
            <a:endParaRPr sz="2000" dirty="0">
              <a:solidFill>
                <a:schemeClr val="tx1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</p:txBody>
      </p:sp>
      <p:pic>
        <p:nvPicPr>
          <p:cNvPr id="354" name="Google Shape;35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4714" y="1316770"/>
            <a:ext cx="756997" cy="75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07036" y="1316770"/>
            <a:ext cx="757013" cy="757013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10"/>
          <p:cNvSpPr txBox="1"/>
          <p:nvPr/>
        </p:nvSpPr>
        <p:spPr>
          <a:xfrm>
            <a:off x="186150" y="2386472"/>
            <a:ext cx="1954125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t" anchorCtr="0">
            <a:noAutofit/>
          </a:bodyPr>
          <a:lstStyle/>
          <a:p>
            <a:pPr algn="ctr">
              <a:lnSpc>
                <a:spcPct val="125000"/>
              </a:lnSpc>
              <a:buClr>
                <a:schemeClr val="dk1"/>
              </a:buClr>
              <a:buSzPts val="1100"/>
            </a:pPr>
            <a:r>
              <a:rPr lang="en" sz="9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Red Hat Certified System Administrator</a:t>
            </a:r>
            <a:endParaRPr sz="900">
              <a:solidFill>
                <a:schemeClr val="dk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EX200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57" name="Google Shape;357;p10"/>
          <p:cNvSpPr txBox="1"/>
          <p:nvPr/>
        </p:nvSpPr>
        <p:spPr>
          <a:xfrm>
            <a:off x="186161" y="2060114"/>
            <a:ext cx="1954125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rgbClr val="EE0000"/>
              </a:buClr>
              <a:buSzPts val="1800"/>
            </a:pPr>
            <a:r>
              <a:rPr lang="en" sz="135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RHCSA</a:t>
            </a:r>
            <a:endParaRPr sz="1350">
              <a:solidFill>
                <a:srgbClr val="EE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cxnSp>
        <p:nvCxnSpPr>
          <p:cNvPr id="358" name="Google Shape;358;p10"/>
          <p:cNvCxnSpPr/>
          <p:nvPr/>
        </p:nvCxnSpPr>
        <p:spPr>
          <a:xfrm>
            <a:off x="2070215" y="1735602"/>
            <a:ext cx="0" cy="960750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359" name="Google Shape;359;p10"/>
          <p:cNvSpPr txBox="1"/>
          <p:nvPr/>
        </p:nvSpPr>
        <p:spPr>
          <a:xfrm>
            <a:off x="2208480" y="2386472"/>
            <a:ext cx="1954125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t" anchorCtr="0">
            <a:noAutofit/>
          </a:bodyPr>
          <a:lstStyle/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Red Hat Certified Engineer Exam </a:t>
            </a:r>
          </a:p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endParaRPr lang="en" sz="900">
              <a:solidFill>
                <a:schemeClr val="dk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EX294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60" name="Google Shape;360;p10"/>
          <p:cNvSpPr txBox="1"/>
          <p:nvPr/>
        </p:nvSpPr>
        <p:spPr>
          <a:xfrm>
            <a:off x="2238202" y="2060114"/>
            <a:ext cx="1954125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rgbClr val="EE0000"/>
              </a:buClr>
              <a:buSzPts val="1800"/>
            </a:pPr>
            <a:r>
              <a:rPr lang="en" sz="135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RHCE</a:t>
            </a:r>
            <a:endParaRPr sz="1350">
              <a:solidFill>
                <a:srgbClr val="EE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sp>
        <p:nvSpPr>
          <p:cNvPr id="361" name="Google Shape;361;p10"/>
          <p:cNvSpPr txBox="1"/>
          <p:nvPr/>
        </p:nvSpPr>
        <p:spPr>
          <a:xfrm>
            <a:off x="4439041" y="2365118"/>
            <a:ext cx="1954125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t" anchorCtr="0">
            <a:noAutofit/>
          </a:bodyPr>
          <a:lstStyle/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Red Hat Certified Specialist in Containers and Kubernetes</a:t>
            </a:r>
            <a:endParaRPr sz="900">
              <a:solidFill>
                <a:schemeClr val="dk1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EX180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362" name="Google Shape;362;p10"/>
          <p:cNvSpPr txBox="1"/>
          <p:nvPr/>
        </p:nvSpPr>
        <p:spPr>
          <a:xfrm>
            <a:off x="4439129" y="2046482"/>
            <a:ext cx="1954125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rgbClr val="EE0000"/>
              </a:buClr>
              <a:buSzPts val="1800"/>
            </a:pPr>
            <a:r>
              <a:rPr lang="en" sz="135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RHCSCK</a:t>
            </a:r>
            <a:endParaRPr sz="1350">
              <a:solidFill>
                <a:srgbClr val="EE0000"/>
              </a:solidFill>
              <a:latin typeface="Red Hat Text Medium"/>
              <a:ea typeface="Red Hat Text Medium"/>
              <a:cs typeface="Red Hat Text Medium"/>
              <a:sym typeface="Red Hat Text Medium"/>
            </a:endParaRPr>
          </a:p>
        </p:txBody>
      </p:sp>
      <p:cxnSp>
        <p:nvCxnSpPr>
          <p:cNvPr id="363" name="Google Shape;363;p10"/>
          <p:cNvCxnSpPr/>
          <p:nvPr/>
        </p:nvCxnSpPr>
        <p:spPr>
          <a:xfrm>
            <a:off x="4311367" y="1735602"/>
            <a:ext cx="0" cy="960750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pic>
        <p:nvPicPr>
          <p:cNvPr id="364" name="Google Shape;364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37605" y="1295416"/>
            <a:ext cx="756997" cy="756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" name="Google Shape;363;p10">
            <a:extLst>
              <a:ext uri="{FF2B5EF4-FFF2-40B4-BE49-F238E27FC236}">
                <a16:creationId xmlns:a16="http://schemas.microsoft.com/office/drawing/2014/main" id="{22B33ECA-B635-72A1-D11B-464E02E30D37}"/>
              </a:ext>
            </a:extLst>
          </p:cNvPr>
          <p:cNvCxnSpPr/>
          <p:nvPr/>
        </p:nvCxnSpPr>
        <p:spPr>
          <a:xfrm>
            <a:off x="6490521" y="1683422"/>
            <a:ext cx="0" cy="960750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pic>
        <p:nvPicPr>
          <p:cNvPr id="3" name="Google Shape;355;p10">
            <a:extLst>
              <a:ext uri="{FF2B5EF4-FFF2-40B4-BE49-F238E27FC236}">
                <a16:creationId xmlns:a16="http://schemas.microsoft.com/office/drawing/2014/main" id="{8B811178-6BA5-A11F-6FCA-0014ECC1F44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88841" y="1316770"/>
            <a:ext cx="757013" cy="757013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59;p10">
            <a:extLst>
              <a:ext uri="{FF2B5EF4-FFF2-40B4-BE49-F238E27FC236}">
                <a16:creationId xmlns:a16="http://schemas.microsoft.com/office/drawing/2014/main" id="{3C6E4961-CF9D-1146-B894-3238E0DC518A}"/>
              </a:ext>
            </a:extLst>
          </p:cNvPr>
          <p:cNvSpPr txBox="1"/>
          <p:nvPr/>
        </p:nvSpPr>
        <p:spPr>
          <a:xfrm>
            <a:off x="6669602" y="2386472"/>
            <a:ext cx="2074808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t" anchorCtr="0">
            <a:noAutofit/>
          </a:bodyPr>
          <a:lstStyle/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Red Hat Certified Specialist in Ansible Network Automation Exam </a:t>
            </a:r>
          </a:p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</a:t>
            </a:r>
            <a:r>
              <a:rPr lang="en-US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457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5" name="Google Shape;360;p10">
            <a:extLst>
              <a:ext uri="{FF2B5EF4-FFF2-40B4-BE49-F238E27FC236}">
                <a16:creationId xmlns:a16="http://schemas.microsoft.com/office/drawing/2014/main" id="{8CCFE128-FE54-1AD2-9E72-9FBA4688B16F}"/>
              </a:ext>
            </a:extLst>
          </p:cNvPr>
          <p:cNvSpPr txBox="1"/>
          <p:nvPr/>
        </p:nvSpPr>
        <p:spPr>
          <a:xfrm>
            <a:off x="6820007" y="2060114"/>
            <a:ext cx="1954125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rgbClr val="EE0000"/>
              </a:buClr>
              <a:buSzPts val="1800"/>
            </a:pPr>
            <a:r>
              <a:rPr lang="en-US" sz="135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RHCSANA</a:t>
            </a:r>
          </a:p>
        </p:txBody>
      </p:sp>
      <p:pic>
        <p:nvPicPr>
          <p:cNvPr id="1026" name="Picture 2" descr="Certified Ethical Hacker (CEH) Exam Voucher w/ Remote Proctor Services (RPS)">
            <a:extLst>
              <a:ext uri="{FF2B5EF4-FFF2-40B4-BE49-F238E27FC236}">
                <a16:creationId xmlns:a16="http://schemas.microsoft.com/office/drawing/2014/main" id="{00D96CFA-3BEE-348F-02C9-CC7F11164A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806" y="3490887"/>
            <a:ext cx="993037" cy="762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CNA - Credly">
            <a:extLst>
              <a:ext uri="{FF2B5EF4-FFF2-40B4-BE49-F238E27FC236}">
                <a16:creationId xmlns:a16="http://schemas.microsoft.com/office/drawing/2014/main" id="{55668EC5-2AFF-7390-C24D-2FFC7E851E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4446" y="3444674"/>
            <a:ext cx="1074668" cy="107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Google Shape;363;p10">
            <a:extLst>
              <a:ext uri="{FF2B5EF4-FFF2-40B4-BE49-F238E27FC236}">
                <a16:creationId xmlns:a16="http://schemas.microsoft.com/office/drawing/2014/main" id="{5084C099-F840-0615-9612-48C83896B089}"/>
              </a:ext>
            </a:extLst>
          </p:cNvPr>
          <p:cNvCxnSpPr>
            <a:cxnSpLocks/>
          </p:cNvCxnSpPr>
          <p:nvPr/>
        </p:nvCxnSpPr>
        <p:spPr>
          <a:xfrm>
            <a:off x="6512501" y="3493172"/>
            <a:ext cx="0" cy="960750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pic>
        <p:nvPicPr>
          <p:cNvPr id="7" name="Google Shape;355;p10" descr="A red and black logo&#10;&#10;Description automatically generated">
            <a:extLst>
              <a:ext uri="{FF2B5EF4-FFF2-40B4-BE49-F238E27FC236}">
                <a16:creationId xmlns:a16="http://schemas.microsoft.com/office/drawing/2014/main" id="{359D4E38-6698-14A0-26FD-0267DA8D3F0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10821" y="3126520"/>
            <a:ext cx="757013" cy="75701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359;p10">
            <a:extLst>
              <a:ext uri="{FF2B5EF4-FFF2-40B4-BE49-F238E27FC236}">
                <a16:creationId xmlns:a16="http://schemas.microsoft.com/office/drawing/2014/main" id="{A42619BB-0F23-3DB1-0FB5-0942AC3EE321}"/>
              </a:ext>
            </a:extLst>
          </p:cNvPr>
          <p:cNvSpPr txBox="1"/>
          <p:nvPr/>
        </p:nvSpPr>
        <p:spPr>
          <a:xfrm>
            <a:off x="6691582" y="4196222"/>
            <a:ext cx="2074808" cy="64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0" rIns="68569" bIns="0" anchor="t" anchorCtr="0">
            <a:noAutofit/>
          </a:bodyPr>
          <a:lstStyle/>
          <a:p>
            <a:pPr algn="ctr">
              <a:lnSpc>
                <a:spcPct val="125000"/>
              </a:lnSpc>
              <a:buSzPts val="1200"/>
              <a:buFont typeface="Red Hat Text Medium"/>
            </a:pPr>
            <a:r>
              <a:rPr lang="en" sz="900">
                <a:solidFill>
                  <a:schemeClr val="dk1"/>
                </a:solidFill>
                <a:latin typeface="Red Hat Text Medium"/>
                <a:ea typeface="Red Hat Text Medium"/>
                <a:sym typeface="Red Hat Text Medium"/>
              </a:rPr>
              <a:t>Red Hat Certified Specialist in Containers Exam</a:t>
            </a:r>
            <a:r>
              <a:rPr lang="en" sz="900">
                <a:solidFill>
                  <a:schemeClr val="dk1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 </a:t>
            </a:r>
            <a:endParaRPr lang="en-US" sz="1050">
              <a:solidFill>
                <a:schemeClr val="dk1"/>
              </a:solidFill>
            </a:endParaRPr>
          </a:p>
          <a:p>
            <a:pPr algn="ctr">
              <a:lnSpc>
                <a:spcPct val="125000"/>
              </a:lnSpc>
              <a:buClr>
                <a:schemeClr val="dk1"/>
              </a:buClr>
              <a:buSzPts val="1200"/>
            </a:pPr>
            <a:r>
              <a:rPr lang="en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EX</a:t>
            </a:r>
            <a:r>
              <a:rPr lang="en-US" sz="90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188</a:t>
            </a:r>
            <a:endParaRPr sz="900">
              <a:solidFill>
                <a:schemeClr val="dk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9" name="Google Shape;360;p10">
            <a:extLst>
              <a:ext uri="{FF2B5EF4-FFF2-40B4-BE49-F238E27FC236}">
                <a16:creationId xmlns:a16="http://schemas.microsoft.com/office/drawing/2014/main" id="{533FA13D-FECE-787D-DCFD-8D9DE2AFC20C}"/>
              </a:ext>
            </a:extLst>
          </p:cNvPr>
          <p:cNvSpPr txBox="1"/>
          <p:nvPr/>
        </p:nvSpPr>
        <p:spPr>
          <a:xfrm>
            <a:off x="6841987" y="3869864"/>
            <a:ext cx="1954125" cy="2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lnSpc>
                <a:spcPct val="114000"/>
              </a:lnSpc>
              <a:buClr>
                <a:srgbClr val="EE0000"/>
              </a:buClr>
              <a:buSzPts val="1800"/>
            </a:pPr>
            <a:r>
              <a:rPr lang="en-US" sz="1350">
                <a:solidFill>
                  <a:srgbClr val="EE0000"/>
                </a:solidFill>
                <a:latin typeface="Red Hat Text Medium"/>
                <a:ea typeface="Red Hat Text Medium"/>
                <a:cs typeface="Red Hat Text Medium"/>
                <a:sym typeface="Red Hat Text Medium"/>
              </a:rPr>
              <a:t>RHCSC</a:t>
            </a:r>
          </a:p>
        </p:txBody>
      </p:sp>
      <p:cxnSp>
        <p:nvCxnSpPr>
          <p:cNvPr id="10" name="Google Shape;363;p10">
            <a:extLst>
              <a:ext uri="{FF2B5EF4-FFF2-40B4-BE49-F238E27FC236}">
                <a16:creationId xmlns:a16="http://schemas.microsoft.com/office/drawing/2014/main" id="{0AF32BA4-BD84-60B9-99B5-0443BF97984E}"/>
              </a:ext>
            </a:extLst>
          </p:cNvPr>
          <p:cNvCxnSpPr>
            <a:cxnSpLocks/>
          </p:cNvCxnSpPr>
          <p:nvPr/>
        </p:nvCxnSpPr>
        <p:spPr>
          <a:xfrm>
            <a:off x="4314424" y="3493172"/>
            <a:ext cx="0" cy="960750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11" name="Google Shape;363;p10">
            <a:extLst>
              <a:ext uri="{FF2B5EF4-FFF2-40B4-BE49-F238E27FC236}">
                <a16:creationId xmlns:a16="http://schemas.microsoft.com/office/drawing/2014/main" id="{A787BF12-8AAB-BBD8-B477-695A10F4AB8C}"/>
              </a:ext>
            </a:extLst>
          </p:cNvPr>
          <p:cNvCxnSpPr>
            <a:cxnSpLocks/>
          </p:cNvCxnSpPr>
          <p:nvPr/>
        </p:nvCxnSpPr>
        <p:spPr>
          <a:xfrm>
            <a:off x="2072385" y="3331979"/>
            <a:ext cx="0" cy="960750"/>
          </a:xfrm>
          <a:prstGeom prst="straightConnector1">
            <a:avLst/>
          </a:prstGeom>
          <a:noFill/>
          <a:ln w="9525" cap="rnd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pic>
        <p:nvPicPr>
          <p:cNvPr id="13" name="Picture 12" descr="A logo with text overlay&#10;&#10;Description automatically generated">
            <a:extLst>
              <a:ext uri="{FF2B5EF4-FFF2-40B4-BE49-F238E27FC236}">
                <a16:creationId xmlns:a16="http://schemas.microsoft.com/office/drawing/2014/main" id="{510ECD41-34A2-72B9-6C1A-FFE7C5ED78B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868" y="3447436"/>
            <a:ext cx="1629692" cy="808892"/>
          </a:xfrm>
          <a:prstGeom prst="rect">
            <a:avLst/>
          </a:prstGeom>
          <a:ln>
            <a:noFill/>
          </a:ln>
        </p:spPr>
      </p:pic>
      <p:pic>
        <p:nvPicPr>
          <p:cNvPr id="14" name="Picture 13" descr="A blue and white logo&#10;&#10;Description automatically generated">
            <a:extLst>
              <a:ext uri="{FF2B5EF4-FFF2-40B4-BE49-F238E27FC236}">
                <a16:creationId xmlns:a16="http://schemas.microsoft.com/office/drawing/2014/main" id="{79BE0C00-3DFF-FC5F-2FD3-A9331AF11E7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1232" y="267167"/>
            <a:ext cx="1099361" cy="5249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38414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"/>
          <p:cNvSpPr txBox="1">
            <a:spLocks noGrp="1"/>
          </p:cNvSpPr>
          <p:nvPr>
            <p:ph type="title" idx="4294967295"/>
          </p:nvPr>
        </p:nvSpPr>
        <p:spPr>
          <a:xfrm>
            <a:off x="0" y="186929"/>
            <a:ext cx="8197059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mn-MN" sz="2400">
                <a:solidFill>
                  <a:schemeClr val="tx1"/>
                </a:solidFill>
                <a:latin typeface="Red Hat Display" panose="020B0604020202020204" charset="0"/>
                <a:ea typeface="Red Hat Display" panose="020B0604020202020204" charset="0"/>
                <a:cs typeface="Red Hat Display" panose="020B0604020202020204" charset="0"/>
              </a:rPr>
              <a:t>Олон улсын стандарт хөтөлбөрийн давуу тал</a:t>
            </a:r>
            <a:endParaRPr sz="2400">
              <a:solidFill>
                <a:schemeClr val="tx1"/>
              </a:solidFill>
              <a:latin typeface="Red Hat Display" panose="020B0604020202020204" charset="0"/>
              <a:ea typeface="Red Hat Display" panose="020B0604020202020204" charset="0"/>
              <a:cs typeface="Red Hat Display" panose="020B0604020202020204" charset="0"/>
            </a:endParaRPr>
          </a:p>
        </p:txBody>
      </p:sp>
      <p:sp>
        <p:nvSpPr>
          <p:cNvPr id="397" name="Google Shape;397;p11"/>
          <p:cNvSpPr txBox="1"/>
          <p:nvPr/>
        </p:nvSpPr>
        <p:spPr>
          <a:xfrm>
            <a:off x="636822" y="2780222"/>
            <a:ext cx="2805928" cy="2169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02870" indent="-102870">
              <a:lnSpc>
                <a:spcPct val="115000"/>
              </a:lnSpc>
              <a:buClr>
                <a:schemeClr val="dk1"/>
              </a:buClr>
              <a:buSzPts val="1200"/>
              <a:buFont typeface="Red Hat Text"/>
              <a:buChar char="•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Эрэлттэй ур чадвар</a:t>
            </a:r>
            <a:endParaRPr lang="en-US"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  <a:p>
            <a:pPr marL="102870" indent="-102870">
              <a:lnSpc>
                <a:spcPct val="115000"/>
              </a:lnSpc>
              <a:spcBef>
                <a:spcPts val="525"/>
              </a:spcBef>
              <a:buClr>
                <a:schemeClr val="dk1"/>
              </a:buClr>
              <a:buSzPts val="1200"/>
              <a:buFont typeface="Red Hat Text"/>
              <a:buChar char="•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Олон улсын стандарт хөтөлбөр</a:t>
            </a:r>
            <a:endParaRPr lang="mn-MN"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  <a:p>
            <a:pPr marL="102870" indent="-102870">
              <a:lnSpc>
                <a:spcPct val="115000"/>
              </a:lnSpc>
              <a:spcBef>
                <a:spcPts val="525"/>
              </a:spcBef>
              <a:buClr>
                <a:schemeClr val="dk1"/>
              </a:buClr>
              <a:buSzPts val="1200"/>
              <a:buFont typeface="Red Hat Text"/>
              <a:buChar char="•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Шалгалтын хөнгөлөлт эдлэх боломж</a:t>
            </a:r>
            <a:endParaRPr lang="mn-MN"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  <a:p>
            <a:pPr marL="102870" indent="-102870">
              <a:lnSpc>
                <a:spcPct val="115000"/>
              </a:lnSpc>
              <a:spcBef>
                <a:spcPts val="525"/>
              </a:spcBef>
              <a:buClr>
                <a:schemeClr val="dk1"/>
              </a:buClr>
              <a:buSzPts val="1200"/>
              <a:buFont typeface="Red Hat Text"/>
              <a:buChar char="•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Практик ур чадвар олгох лабораторийн ажлууд</a:t>
            </a:r>
            <a:endParaRPr lang="mn-MN"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  <a:p>
            <a:pPr marL="102870" indent="-102870">
              <a:lnSpc>
                <a:spcPct val="115000"/>
              </a:lnSpc>
              <a:spcBef>
                <a:spcPts val="525"/>
              </a:spcBef>
              <a:buClr>
                <a:schemeClr val="dk1"/>
              </a:buClr>
              <a:buSzPts val="1200"/>
              <a:buFont typeface="Red Hat Text"/>
              <a:buChar char="•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Багш болон салбарын мэргэжилтнүүдээс туршлага суралцах боломж </a:t>
            </a:r>
            <a:endParaRPr lang="mn-MN"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  <a:p>
            <a:pPr marL="102870" indent="-102870">
              <a:lnSpc>
                <a:spcPct val="115000"/>
              </a:lnSpc>
              <a:spcBef>
                <a:spcPts val="1050"/>
              </a:spcBef>
              <a:spcAft>
                <a:spcPts val="525"/>
              </a:spcAft>
              <a:buClr>
                <a:schemeClr val="dk1"/>
              </a:buClr>
              <a:buSzPts val="1200"/>
              <a:buFont typeface="Red Hat Text"/>
              <a:buChar char="•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Сургалтын материал, мэдлэг санд хандах эрх</a:t>
            </a:r>
            <a:endParaRPr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</p:txBody>
      </p:sp>
      <p:grpSp>
        <p:nvGrpSpPr>
          <p:cNvPr id="399" name="Google Shape;399;p11"/>
          <p:cNvGrpSpPr/>
          <p:nvPr/>
        </p:nvGrpSpPr>
        <p:grpSpPr>
          <a:xfrm>
            <a:off x="758981" y="2072031"/>
            <a:ext cx="2441475" cy="381169"/>
            <a:chOff x="1624623" y="2726131"/>
            <a:chExt cx="3255300" cy="508225"/>
          </a:xfrm>
        </p:grpSpPr>
        <p:sp>
          <p:nvSpPr>
            <p:cNvPr id="401" name="Google Shape;401;p11"/>
            <p:cNvSpPr txBox="1"/>
            <p:nvPr/>
          </p:nvSpPr>
          <p:spPr>
            <a:xfrm>
              <a:off x="1624623" y="2726131"/>
              <a:ext cx="32553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lnSpc>
                  <a:spcPct val="114000"/>
                </a:lnSpc>
                <a:buClr>
                  <a:schemeClr val="dk1"/>
                </a:buClr>
                <a:buSzPts val="1800"/>
              </a:pPr>
              <a:r>
                <a:rPr lang="mn-MN" sz="1350">
                  <a:solidFill>
                    <a:schemeClr val="dk1"/>
                  </a:solidFill>
                  <a:latin typeface="Red Hat Text"/>
                  <a:ea typeface="Red Hat Text"/>
                  <a:cs typeface="Red Hat Text"/>
                  <a:sym typeface="Red Hat Text"/>
                </a:rPr>
                <a:t>Суралцагчид </a:t>
              </a:r>
              <a:endParaRPr sz="13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2394573" y="3205256"/>
              <a:ext cx="1715400" cy="291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>
                <a:buClr>
                  <a:schemeClr val="dk1"/>
                </a:buClr>
                <a:buSzPts val="1800"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3" name="Google Shape;403;p11"/>
          <p:cNvGrpSpPr/>
          <p:nvPr/>
        </p:nvGrpSpPr>
        <p:grpSpPr>
          <a:xfrm>
            <a:off x="5481370" y="2126907"/>
            <a:ext cx="2560186" cy="401006"/>
            <a:chOff x="7537391" y="2580323"/>
            <a:chExt cx="3255300" cy="508224"/>
          </a:xfrm>
        </p:grpSpPr>
        <p:sp>
          <p:nvSpPr>
            <p:cNvPr id="405" name="Google Shape;405;p11"/>
            <p:cNvSpPr txBox="1"/>
            <p:nvPr/>
          </p:nvSpPr>
          <p:spPr>
            <a:xfrm>
              <a:off x="7537391" y="2580323"/>
              <a:ext cx="32553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lnSpc>
                  <a:spcPct val="114000"/>
                </a:lnSpc>
                <a:buClr>
                  <a:schemeClr val="dk1"/>
                </a:buClr>
                <a:buSzPts val="1800"/>
              </a:pPr>
              <a:r>
                <a:rPr lang="mn-MN" sz="1350">
                  <a:solidFill>
                    <a:schemeClr val="dk1"/>
                  </a:solidFill>
                  <a:latin typeface="Red Hat Text"/>
                  <a:ea typeface="Red Hat Text"/>
                  <a:cs typeface="Red Hat Text"/>
                  <a:sym typeface="Red Hat Text"/>
                </a:rPr>
                <a:t>Байгууллага</a:t>
              </a:r>
              <a:endParaRPr sz="13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endParaRPr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8338971" y="3059447"/>
              <a:ext cx="1715400" cy="291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>
                <a:buClr>
                  <a:schemeClr val="dk1"/>
                </a:buClr>
                <a:buSzPts val="1800"/>
              </a:pPr>
              <a:endParaRPr sz="1350" dirty="0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7" name="Google Shape;407;p11"/>
          <p:cNvSpPr txBox="1"/>
          <p:nvPr/>
        </p:nvSpPr>
        <p:spPr>
          <a:xfrm>
            <a:off x="5860044" y="2648076"/>
            <a:ext cx="2808293" cy="14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102870" indent="-102870">
              <a:lnSpc>
                <a:spcPct val="115000"/>
              </a:lnSpc>
              <a:buClr>
                <a:schemeClr val="dk1"/>
              </a:buClr>
              <a:buSzPts val="1200"/>
              <a:buFont typeface="Red Hat Text"/>
              <a:buChar char="•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Шинэ тутам ур чадвараар багаа чадавхжуулах</a:t>
            </a:r>
            <a:endParaRPr lang="mn-MN"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  <a:p>
            <a:pPr marL="102870" indent="-102870">
              <a:lnSpc>
                <a:spcPct val="115000"/>
              </a:lnSpc>
              <a:buClr>
                <a:schemeClr val="dk1"/>
              </a:buClr>
              <a:buSzPts val="1200"/>
              <a:buFont typeface="Red Hat Text"/>
              <a:buChar char="•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Олон улсын сайн туршлагаас суралцах</a:t>
            </a:r>
            <a:endParaRPr lang="mn-MN"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  <a:p>
            <a:pPr marL="102870" indent="-102870">
              <a:lnSpc>
                <a:spcPct val="115000"/>
              </a:lnSpc>
              <a:spcBef>
                <a:spcPts val="525"/>
              </a:spcBef>
              <a:buClr>
                <a:schemeClr val="dk1"/>
              </a:buClr>
              <a:buSzPts val="1200"/>
              <a:buFont typeface="Red Hat Text"/>
              <a:buChar char="•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Ахисан түвшний тохиргоо, удирдлага шийдэл нэвтрүүлэх</a:t>
            </a:r>
            <a:endParaRPr lang="mn-MN"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  <a:p>
            <a:pPr marL="102870" indent="-102870">
              <a:lnSpc>
                <a:spcPct val="115000"/>
              </a:lnSpc>
              <a:spcBef>
                <a:spcPts val="525"/>
              </a:spcBef>
              <a:buClr>
                <a:schemeClr val="dk1"/>
              </a:buClr>
              <a:buSzPts val="1200"/>
              <a:buFont typeface="Red Hat Text"/>
              <a:buChar char="•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МАБ стандарт хэрэгжүүлэх шийдлийн боломжууд</a:t>
            </a:r>
            <a:endParaRPr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</p:txBody>
      </p:sp>
      <p:pic>
        <p:nvPicPr>
          <p:cNvPr id="3" name="Graphic 2" descr="Business Growth with solid fill">
            <a:extLst>
              <a:ext uri="{FF2B5EF4-FFF2-40B4-BE49-F238E27FC236}">
                <a16:creationId xmlns:a16="http://schemas.microsoft.com/office/drawing/2014/main" id="{9D4D19A3-0CAA-419F-A63B-97BF0A73A9D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83537" y="2780350"/>
            <a:ext cx="685800" cy="685800"/>
          </a:xfrm>
          <a:prstGeom prst="rect">
            <a:avLst/>
          </a:prstGeom>
        </p:spPr>
      </p:pic>
      <p:pic>
        <p:nvPicPr>
          <p:cNvPr id="7" name="Graphic 6" descr="Downward trend graph with solid fill">
            <a:extLst>
              <a:ext uri="{FF2B5EF4-FFF2-40B4-BE49-F238E27FC236}">
                <a16:creationId xmlns:a16="http://schemas.microsoft.com/office/drawing/2014/main" id="{0B593262-FF2C-20CD-A386-A4054A8EB4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67782" y="1490089"/>
            <a:ext cx="685800" cy="685800"/>
          </a:xfrm>
          <a:prstGeom prst="rect">
            <a:avLst/>
          </a:prstGeom>
        </p:spPr>
      </p:pic>
      <p:sp>
        <p:nvSpPr>
          <p:cNvPr id="9" name="Google Shape;407;p11">
            <a:extLst>
              <a:ext uri="{FF2B5EF4-FFF2-40B4-BE49-F238E27FC236}">
                <a16:creationId xmlns:a16="http://schemas.microsoft.com/office/drawing/2014/main" id="{4088B146-4D10-9C8C-1D9E-06827CC259FC}"/>
              </a:ext>
            </a:extLst>
          </p:cNvPr>
          <p:cNvSpPr txBox="1"/>
          <p:nvPr/>
        </p:nvSpPr>
        <p:spPr>
          <a:xfrm>
            <a:off x="3849512" y="2115351"/>
            <a:ext cx="1286550" cy="54704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200"/>
            </a:pPr>
            <a:r>
              <a:rPr lang="en" sz="900" dirty="0">
                <a:solidFill>
                  <a:schemeClr val="tx1"/>
                </a:solidFill>
                <a:latin typeface="Red Hat Text"/>
                <a:ea typeface="Red Hat Text"/>
                <a:cs typeface="Red Hat Text"/>
                <a:sym typeface="Red Hat Text"/>
              </a:rPr>
              <a:t>58% </a:t>
            </a:r>
            <a:r>
              <a:rPr lang="mn-MN" sz="900" dirty="0">
                <a:solidFill>
                  <a:schemeClr val="tx1"/>
                </a:solidFill>
                <a:latin typeface="Red Hat Text"/>
                <a:ea typeface="Red Hat Text"/>
                <a:cs typeface="Red Hat Text"/>
                <a:sym typeface="Red Hat Text"/>
              </a:rPr>
              <a:t>лицензийн төлбөрийг буруулах боломж</a:t>
            </a:r>
            <a:endParaRPr sz="900" dirty="0">
              <a:solidFill>
                <a:schemeClr val="tx1"/>
              </a:solidFill>
              <a:latin typeface="Red Hat Text"/>
              <a:ea typeface="Red Hat Text"/>
              <a:cs typeface="Red Hat Text"/>
              <a:sym typeface="Red Hat Text"/>
            </a:endParaRPr>
          </a:p>
        </p:txBody>
      </p:sp>
      <p:sp>
        <p:nvSpPr>
          <p:cNvPr id="10" name="Google Shape;407;p11">
            <a:extLst>
              <a:ext uri="{FF2B5EF4-FFF2-40B4-BE49-F238E27FC236}">
                <a16:creationId xmlns:a16="http://schemas.microsoft.com/office/drawing/2014/main" id="{0E32304A-AA2B-42F0-A848-5A656A94F076}"/>
              </a:ext>
            </a:extLst>
          </p:cNvPr>
          <p:cNvSpPr txBox="1"/>
          <p:nvPr/>
        </p:nvSpPr>
        <p:spPr>
          <a:xfrm>
            <a:off x="3865870" y="3465140"/>
            <a:ext cx="953849" cy="387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>
              <a:lnSpc>
                <a:spcPct val="115000"/>
              </a:lnSpc>
              <a:buClr>
                <a:schemeClr val="dk1"/>
              </a:buClr>
              <a:buSzPts val="1200"/>
            </a:pPr>
            <a:r>
              <a:rPr lang="en" sz="900" dirty="0">
                <a:solidFill>
                  <a:schemeClr val="accent5">
                    <a:lumMod val="76000"/>
                  </a:schemeClr>
                </a:solidFill>
                <a:latin typeface="Red Hat Text"/>
                <a:ea typeface="Red Hat Text"/>
                <a:cs typeface="Red Hat Text"/>
                <a:sym typeface="Red Hat Text"/>
              </a:rPr>
              <a:t>28% </a:t>
            </a:r>
            <a:r>
              <a:rPr lang="mn-MN" sz="900" dirty="0">
                <a:solidFill>
                  <a:schemeClr val="accent5">
                    <a:lumMod val="76000"/>
                  </a:schemeClr>
                </a:solidFill>
                <a:latin typeface="Red Hat Text"/>
                <a:ea typeface="Red Hat Text"/>
                <a:cs typeface="Red Hat Text"/>
                <a:sym typeface="Red Hat Text"/>
              </a:rPr>
              <a:t>бүтээмж нэмэгдэнэ</a:t>
            </a:r>
            <a:endParaRPr lang="en-US" sz="900" dirty="0">
              <a:solidFill>
                <a:schemeClr val="accent5">
                  <a:lumMod val="76000"/>
                </a:schemeClr>
              </a:solidFill>
              <a:latin typeface="Red Hat Text"/>
              <a:ea typeface="Red Hat Text"/>
              <a:cs typeface="Red Hat Text"/>
            </a:endParaRPr>
          </a:p>
        </p:txBody>
      </p:sp>
      <p:pic>
        <p:nvPicPr>
          <p:cNvPr id="4" name="Graphic 1" descr="Bank outline">
            <a:extLst>
              <a:ext uri="{FF2B5EF4-FFF2-40B4-BE49-F238E27FC236}">
                <a16:creationId xmlns:a16="http://schemas.microsoft.com/office/drawing/2014/main" id="{E405686E-3437-ACF6-592F-0E65AD83EB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67567" y="1147634"/>
            <a:ext cx="1187792" cy="1180070"/>
          </a:xfrm>
          <a:prstGeom prst="rect">
            <a:avLst/>
          </a:prstGeom>
        </p:spPr>
      </p:pic>
      <p:pic>
        <p:nvPicPr>
          <p:cNvPr id="5" name="Graphic 4" descr="Programmer male outline">
            <a:extLst>
              <a:ext uri="{FF2B5EF4-FFF2-40B4-BE49-F238E27FC236}">
                <a16:creationId xmlns:a16="http://schemas.microsoft.com/office/drawing/2014/main" id="{E8F7B494-4CA1-28A4-4A72-0052A6665F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56553" y="1085851"/>
            <a:ext cx="1048779" cy="1041056"/>
          </a:xfrm>
          <a:prstGeom prst="rect">
            <a:avLst/>
          </a:prstGeom>
        </p:spPr>
      </p:pic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77043D7D-30D3-5980-F83D-129F4FD02F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1232" y="189937"/>
            <a:ext cx="1099361" cy="52494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27087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"/>
          <p:cNvSpPr txBox="1">
            <a:spLocks noGrp="1"/>
          </p:cNvSpPr>
          <p:nvPr>
            <p:ph type="title" idx="4294967295"/>
          </p:nvPr>
        </p:nvSpPr>
        <p:spPr>
          <a:xfrm>
            <a:off x="409318" y="449510"/>
            <a:ext cx="8197059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30000"/>
              </a:lnSpc>
            </a:pPr>
            <a:r>
              <a:rPr lang="mn-MN" sz="2400">
                <a:solidFill>
                  <a:schemeClr val="tx1"/>
                </a:solidFill>
              </a:rPr>
              <a:t>Хамтын ажиллагаа</a:t>
            </a:r>
            <a:endParaRPr lang="en-US" dirty="0">
              <a:solidFill>
                <a:schemeClr val="tx1"/>
              </a:solidFill>
              <a:latin typeface="Red Hat Display"/>
            </a:endParaRPr>
          </a:p>
        </p:txBody>
      </p:sp>
      <p:sp>
        <p:nvSpPr>
          <p:cNvPr id="397" name="Google Shape;397;p11"/>
          <p:cNvSpPr txBox="1"/>
          <p:nvPr/>
        </p:nvSpPr>
        <p:spPr>
          <a:xfrm>
            <a:off x="845342" y="3089142"/>
            <a:ext cx="1964124" cy="75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14999"/>
              </a:lnSpc>
              <a:buClr>
                <a:schemeClr val="dk1"/>
              </a:buClr>
              <a:buSzPts val="1200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Бид жилийн төлөвлөгөөт болон байгууллага захиалгат сургалт зохион байгуулна.</a:t>
            </a:r>
            <a:endParaRPr lang="en-US"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</p:txBody>
      </p:sp>
      <p:grpSp>
        <p:nvGrpSpPr>
          <p:cNvPr id="399" name="Google Shape;399;p11"/>
          <p:cNvGrpSpPr/>
          <p:nvPr/>
        </p:nvGrpSpPr>
        <p:grpSpPr>
          <a:xfrm>
            <a:off x="589076" y="2604916"/>
            <a:ext cx="2441475" cy="381169"/>
            <a:chOff x="1624623" y="2726131"/>
            <a:chExt cx="3255300" cy="508225"/>
          </a:xfrm>
        </p:grpSpPr>
        <p:sp>
          <p:nvSpPr>
            <p:cNvPr id="401" name="Google Shape;401;p11"/>
            <p:cNvSpPr txBox="1"/>
            <p:nvPr/>
          </p:nvSpPr>
          <p:spPr>
            <a:xfrm>
              <a:off x="1624623" y="2726131"/>
              <a:ext cx="32553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lnSpc>
                  <a:spcPct val="113999"/>
                </a:lnSpc>
              </a:pPr>
              <a:r>
                <a:rPr lang="mn-MN" sz="1350">
                  <a:solidFill>
                    <a:schemeClr val="dk1"/>
                  </a:solidFill>
                  <a:ea typeface="Red Hat Text"/>
                  <a:cs typeface="Red Hat Text"/>
                  <a:sym typeface="Red Hat Text"/>
                </a:rPr>
                <a:t>Сургалт</a:t>
              </a:r>
              <a:endParaRPr lang="en-US" sz="1050">
                <a:solidFill>
                  <a:schemeClr val="dk1"/>
                </a:solidFill>
                <a:latin typeface="Red Hat Text"/>
              </a:endParaRPr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2394573" y="3205256"/>
              <a:ext cx="1715400" cy="291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>
                <a:buClr>
                  <a:schemeClr val="dk1"/>
                </a:buClr>
                <a:buSzPts val="1800"/>
              </a:pPr>
              <a:endParaRPr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" name="Graphic 4" descr="Graduation cap outline">
            <a:extLst>
              <a:ext uri="{FF2B5EF4-FFF2-40B4-BE49-F238E27FC236}">
                <a16:creationId xmlns:a16="http://schemas.microsoft.com/office/drawing/2014/main" id="{E8F7B494-4CA1-28A4-4A72-0052A6665F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0508" y="1618736"/>
            <a:ext cx="1041056" cy="1041056"/>
          </a:xfrm>
          <a:prstGeom prst="rect">
            <a:avLst/>
          </a:prstGeom>
        </p:spPr>
      </p:pic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77043D7D-30D3-5980-F83D-129F4FD02F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232" y="189937"/>
            <a:ext cx="1099361" cy="524942"/>
          </a:xfrm>
          <a:prstGeom prst="rect">
            <a:avLst/>
          </a:prstGeom>
          <a:ln>
            <a:noFill/>
          </a:ln>
        </p:spPr>
      </p:pic>
      <p:sp>
        <p:nvSpPr>
          <p:cNvPr id="2" name="Google Shape;397;p11">
            <a:extLst>
              <a:ext uri="{FF2B5EF4-FFF2-40B4-BE49-F238E27FC236}">
                <a16:creationId xmlns:a16="http://schemas.microsoft.com/office/drawing/2014/main" id="{FECF7917-65AA-F144-7C1B-1C7F92808389}"/>
              </a:ext>
            </a:extLst>
          </p:cNvPr>
          <p:cNvSpPr txBox="1"/>
          <p:nvPr/>
        </p:nvSpPr>
        <p:spPr>
          <a:xfrm>
            <a:off x="3540660" y="3127756"/>
            <a:ext cx="1964124" cy="75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14999"/>
              </a:lnSpc>
              <a:buClr>
                <a:schemeClr val="dk1"/>
              </a:buClr>
              <a:buSzPts val="1200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Бид нээлттэй эхийн технологид суурилсан зөвлөх үйлчилгээг үзүүлнэ. </a:t>
            </a:r>
            <a:endParaRPr lang="mn-MN"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</p:txBody>
      </p:sp>
      <p:grpSp>
        <p:nvGrpSpPr>
          <p:cNvPr id="6" name="Google Shape;399;p11">
            <a:extLst>
              <a:ext uri="{FF2B5EF4-FFF2-40B4-BE49-F238E27FC236}">
                <a16:creationId xmlns:a16="http://schemas.microsoft.com/office/drawing/2014/main" id="{113B1C4B-E7D6-81C7-2C1D-B1DC6EFAB4F5}"/>
              </a:ext>
            </a:extLst>
          </p:cNvPr>
          <p:cNvGrpSpPr/>
          <p:nvPr/>
        </p:nvGrpSpPr>
        <p:grpSpPr>
          <a:xfrm>
            <a:off x="3284393" y="2635808"/>
            <a:ext cx="2441475" cy="381169"/>
            <a:chOff x="1624623" y="2726131"/>
            <a:chExt cx="3255300" cy="508225"/>
          </a:xfrm>
        </p:grpSpPr>
        <p:sp>
          <p:nvSpPr>
            <p:cNvPr id="11" name="Google Shape;401;p11">
              <a:extLst>
                <a:ext uri="{FF2B5EF4-FFF2-40B4-BE49-F238E27FC236}">
                  <a16:creationId xmlns:a16="http://schemas.microsoft.com/office/drawing/2014/main" id="{D4E23327-D89B-566E-9F44-CE2C161B44B9}"/>
                </a:ext>
              </a:extLst>
            </p:cNvPr>
            <p:cNvSpPr txBox="1"/>
            <p:nvPr/>
          </p:nvSpPr>
          <p:spPr>
            <a:xfrm>
              <a:off x="1624623" y="2726131"/>
              <a:ext cx="32553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lnSpc>
                  <a:spcPct val="113999"/>
                </a:lnSpc>
              </a:pPr>
              <a:r>
                <a:rPr lang="mn-MN" sz="1350">
                  <a:solidFill>
                    <a:schemeClr val="dk1"/>
                  </a:solidFill>
                  <a:ea typeface="Red Hat Text"/>
                  <a:cs typeface="Red Hat Text"/>
                </a:rPr>
                <a:t>Зөвлөх үйлчилгээ</a:t>
              </a:r>
            </a:p>
          </p:txBody>
        </p:sp>
        <p:sp>
          <p:nvSpPr>
            <p:cNvPr id="12" name="Google Shape;402;p11">
              <a:extLst>
                <a:ext uri="{FF2B5EF4-FFF2-40B4-BE49-F238E27FC236}">
                  <a16:creationId xmlns:a16="http://schemas.microsoft.com/office/drawing/2014/main" id="{5A175508-0844-2DE5-A6FD-A6270811BC5F}"/>
                </a:ext>
              </a:extLst>
            </p:cNvPr>
            <p:cNvSpPr/>
            <p:nvPr/>
          </p:nvSpPr>
          <p:spPr>
            <a:xfrm>
              <a:off x="2394573" y="3205256"/>
              <a:ext cx="1715400" cy="291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>
                <a:buClr>
                  <a:schemeClr val="dk1"/>
                </a:buClr>
                <a:buSzPts val="1800"/>
              </a:pPr>
              <a:endParaRPr sz="135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3" name="Graphic 12" descr="Handshake outline">
            <a:extLst>
              <a:ext uri="{FF2B5EF4-FFF2-40B4-BE49-F238E27FC236}">
                <a16:creationId xmlns:a16="http://schemas.microsoft.com/office/drawing/2014/main" id="{01844633-1BF6-C920-81AF-FA48A61379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85826" y="1649628"/>
            <a:ext cx="1041056" cy="1041056"/>
          </a:xfrm>
          <a:prstGeom prst="rect">
            <a:avLst/>
          </a:prstGeom>
        </p:spPr>
      </p:pic>
      <p:sp>
        <p:nvSpPr>
          <p:cNvPr id="14" name="Google Shape;397;p11">
            <a:extLst>
              <a:ext uri="{FF2B5EF4-FFF2-40B4-BE49-F238E27FC236}">
                <a16:creationId xmlns:a16="http://schemas.microsoft.com/office/drawing/2014/main" id="{15CF7F1E-2EE8-778B-091C-8D04CEB26C05}"/>
              </a:ext>
            </a:extLst>
          </p:cNvPr>
          <p:cNvSpPr txBox="1"/>
          <p:nvPr/>
        </p:nvSpPr>
        <p:spPr>
          <a:xfrm>
            <a:off x="6444498" y="3096864"/>
            <a:ext cx="1964124" cy="756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>
              <a:lnSpc>
                <a:spcPct val="114999"/>
              </a:lnSpc>
              <a:buClr>
                <a:schemeClr val="dk1"/>
              </a:buClr>
              <a:buSzPts val="1200"/>
            </a:pPr>
            <a:r>
              <a:rPr lang="mn-MN" sz="1050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rPr>
              <a:t>Бид нарийн мэргэжлийн инженерийн үйлчилгээг харилцан тохиролцож үзүүлнэ. </a:t>
            </a:r>
            <a:endParaRPr lang="mn-MN" sz="1050">
              <a:solidFill>
                <a:schemeClr val="dk1"/>
              </a:solidFill>
              <a:latin typeface="Red Hat Text"/>
              <a:ea typeface="Red Hat Text"/>
              <a:cs typeface="Red Hat Text"/>
            </a:endParaRPr>
          </a:p>
        </p:txBody>
      </p:sp>
      <p:grpSp>
        <p:nvGrpSpPr>
          <p:cNvPr id="15" name="Google Shape;399;p11">
            <a:extLst>
              <a:ext uri="{FF2B5EF4-FFF2-40B4-BE49-F238E27FC236}">
                <a16:creationId xmlns:a16="http://schemas.microsoft.com/office/drawing/2014/main" id="{E783905C-F726-1BC5-2C08-D90CA096C78B}"/>
              </a:ext>
            </a:extLst>
          </p:cNvPr>
          <p:cNvGrpSpPr/>
          <p:nvPr/>
        </p:nvGrpSpPr>
        <p:grpSpPr>
          <a:xfrm>
            <a:off x="6188231" y="2604916"/>
            <a:ext cx="2441475" cy="381169"/>
            <a:chOff x="1624623" y="2726131"/>
            <a:chExt cx="3255300" cy="508225"/>
          </a:xfrm>
        </p:grpSpPr>
        <p:sp>
          <p:nvSpPr>
            <p:cNvPr id="16" name="Google Shape;401;p11">
              <a:extLst>
                <a:ext uri="{FF2B5EF4-FFF2-40B4-BE49-F238E27FC236}">
                  <a16:creationId xmlns:a16="http://schemas.microsoft.com/office/drawing/2014/main" id="{EEEBB19C-ADDE-B670-F712-9F1738034898}"/>
                </a:ext>
              </a:extLst>
            </p:cNvPr>
            <p:cNvSpPr txBox="1"/>
            <p:nvPr/>
          </p:nvSpPr>
          <p:spPr>
            <a:xfrm>
              <a:off x="1624623" y="2726131"/>
              <a:ext cx="3255300" cy="39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b" anchorCtr="0">
              <a:noAutofit/>
            </a:bodyPr>
            <a:lstStyle/>
            <a:p>
              <a:pPr algn="ctr">
                <a:lnSpc>
                  <a:spcPct val="113999"/>
                </a:lnSpc>
              </a:pPr>
              <a:r>
                <a:rPr lang="mn-MN" sz="1350">
                  <a:solidFill>
                    <a:schemeClr val="dk1"/>
                  </a:solidFill>
                  <a:ea typeface="Red Hat Text"/>
                  <a:cs typeface="Red Hat Text"/>
                </a:rPr>
                <a:t>Инженерийн үйлчилгээ</a:t>
              </a:r>
            </a:p>
          </p:txBody>
        </p:sp>
        <p:sp>
          <p:nvSpPr>
            <p:cNvPr id="17" name="Google Shape;402;p11">
              <a:extLst>
                <a:ext uri="{FF2B5EF4-FFF2-40B4-BE49-F238E27FC236}">
                  <a16:creationId xmlns:a16="http://schemas.microsoft.com/office/drawing/2014/main" id="{CCE8846E-B332-F108-E21E-DA2A2101DF7B}"/>
                </a:ext>
              </a:extLst>
            </p:cNvPr>
            <p:cNvSpPr/>
            <p:nvPr/>
          </p:nvSpPr>
          <p:spPr>
            <a:xfrm>
              <a:off x="2394573" y="3205256"/>
              <a:ext cx="1715400" cy="29100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>
                <a:buClr>
                  <a:schemeClr val="dk1"/>
                </a:buClr>
                <a:buSzPts val="1800"/>
              </a:pP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8" name="Graphic 17" descr="Clipboard Mixed outline">
            <a:extLst>
              <a:ext uri="{FF2B5EF4-FFF2-40B4-BE49-F238E27FC236}">
                <a16:creationId xmlns:a16="http://schemas.microsoft.com/office/drawing/2014/main" id="{0D706E92-FE94-D5A2-CE83-2B946551E9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89664" y="1618736"/>
            <a:ext cx="1041056" cy="104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727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5"/>
          <p:cNvSpPr txBox="1">
            <a:spLocks noGrp="1"/>
          </p:cNvSpPr>
          <p:nvPr>
            <p:ph type="subTitle" idx="4294967295"/>
          </p:nvPr>
        </p:nvSpPr>
        <p:spPr>
          <a:xfrm>
            <a:off x="1067800" y="2915147"/>
            <a:ext cx="4268294" cy="1267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1450" indent="-171450">
              <a:lnSpc>
                <a:spcPct val="200000"/>
              </a:lnSpc>
              <a:buSzPts val="2400"/>
              <a:buNone/>
            </a:pPr>
            <a:r>
              <a:rPr lang="en" sz="1500" dirty="0">
                <a:solidFill>
                  <a:srgbClr val="0070C0"/>
                </a:solidFill>
                <a:latin typeface="Red Hat Display"/>
              </a:rPr>
              <a:t>: info@upr-consulting.mn, ceo@upr-consulting.mn</a:t>
            </a:r>
            <a:endParaRPr lang="en-US" sz="1500" dirty="0">
              <a:solidFill>
                <a:srgbClr val="0070C0"/>
              </a:solidFill>
              <a:latin typeface="Red Hat Display"/>
            </a:endParaRPr>
          </a:p>
          <a:p>
            <a:pPr>
              <a:lnSpc>
                <a:spcPct val="200000"/>
              </a:lnSpc>
              <a:buSzPts val="2400"/>
              <a:buNone/>
            </a:pPr>
            <a:r>
              <a:rPr lang="en" sz="1500" dirty="0">
                <a:solidFill>
                  <a:srgbClr val="0070C0"/>
                </a:solidFill>
                <a:latin typeface="Red Hat Display"/>
              </a:rPr>
              <a:t>: +976 89018111</a:t>
            </a:r>
            <a:endParaRPr sz="1500" dirty="0">
              <a:solidFill>
                <a:srgbClr val="0070C0"/>
              </a:solidFill>
              <a:latin typeface="Red Hat Display"/>
            </a:endParaRPr>
          </a:p>
          <a:p>
            <a:pPr>
              <a:lnSpc>
                <a:spcPct val="200000"/>
              </a:lnSpc>
              <a:buSzPts val="2400"/>
              <a:buNone/>
            </a:pPr>
            <a:r>
              <a:rPr lang="en" sz="1500" dirty="0">
                <a:solidFill>
                  <a:srgbClr val="0070C0"/>
                </a:solidFill>
                <a:latin typeface="Red Hat Display"/>
              </a:rPr>
              <a:t>: https://upr-consulting.mn</a:t>
            </a:r>
            <a:endParaRPr sz="1500" dirty="0">
              <a:solidFill>
                <a:srgbClr val="0070C0"/>
              </a:solidFill>
              <a:latin typeface="Red Hat Display"/>
            </a:endParaRPr>
          </a:p>
        </p:txBody>
      </p:sp>
      <p:sp>
        <p:nvSpPr>
          <p:cNvPr id="453" name="Google Shape;453;p15"/>
          <p:cNvSpPr txBox="1">
            <a:spLocks noGrp="1"/>
          </p:cNvSpPr>
          <p:nvPr>
            <p:ph type="title" idx="4294967295"/>
          </p:nvPr>
        </p:nvSpPr>
        <p:spPr>
          <a:xfrm>
            <a:off x="508792" y="1284123"/>
            <a:ext cx="8082162" cy="6815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>
              <a:lnSpc>
                <a:spcPct val="105000"/>
              </a:lnSpc>
            </a:pPr>
            <a:r>
              <a:rPr lang="en" err="1">
                <a:solidFill>
                  <a:srgbClr val="0070C0"/>
                </a:solidFill>
                <a:latin typeface="Red Hat Text"/>
              </a:rPr>
              <a:t>Хамтын</a:t>
            </a:r>
            <a:r>
              <a:rPr lang="en">
                <a:solidFill>
                  <a:srgbClr val="0070C0"/>
                </a:solidFill>
                <a:latin typeface="Red Hat Text"/>
              </a:rPr>
              <a:t> </a:t>
            </a:r>
            <a:r>
              <a:rPr lang="en" err="1">
                <a:solidFill>
                  <a:srgbClr val="0070C0"/>
                </a:solidFill>
                <a:latin typeface="Red Hat Text"/>
              </a:rPr>
              <a:t>ажиллагаанд</a:t>
            </a:r>
            <a:r>
              <a:rPr lang="en">
                <a:solidFill>
                  <a:srgbClr val="0070C0"/>
                </a:solidFill>
                <a:latin typeface="Red Hat Text"/>
              </a:rPr>
              <a:t> </a:t>
            </a:r>
            <a:r>
              <a:rPr lang="en" err="1">
                <a:solidFill>
                  <a:srgbClr val="0070C0"/>
                </a:solidFill>
                <a:latin typeface="Red Hat Text"/>
              </a:rPr>
              <a:t>талархал</a:t>
            </a:r>
            <a:r>
              <a:rPr lang="en">
                <a:solidFill>
                  <a:srgbClr val="0070C0"/>
                </a:solidFill>
                <a:latin typeface="Red Hat Text"/>
              </a:rPr>
              <a:t> </a:t>
            </a:r>
            <a:r>
              <a:rPr lang="en" err="1">
                <a:solidFill>
                  <a:srgbClr val="0070C0"/>
                </a:solidFill>
                <a:latin typeface="Red Hat Text"/>
              </a:rPr>
              <a:t>илэрхийлье</a:t>
            </a:r>
            <a:r>
              <a:rPr lang="en">
                <a:solidFill>
                  <a:srgbClr val="0070C0"/>
                </a:solidFill>
                <a:latin typeface="Red Hat Text"/>
              </a:rPr>
              <a:t>. </a:t>
            </a:r>
          </a:p>
        </p:txBody>
      </p:sp>
      <p:sp>
        <p:nvSpPr>
          <p:cNvPr id="456" name="Google Shape;456;p15"/>
          <p:cNvSpPr txBox="1"/>
          <p:nvPr/>
        </p:nvSpPr>
        <p:spPr>
          <a:xfrm>
            <a:off x="622505" y="2573619"/>
            <a:ext cx="3113943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" sz="1800" b="1" err="1">
                <a:solidFill>
                  <a:srgbClr val="0070C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Холбоо</a:t>
            </a:r>
            <a:r>
              <a:rPr lang="en" sz="1800" b="1">
                <a:solidFill>
                  <a:srgbClr val="0070C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</a:t>
            </a:r>
            <a:r>
              <a:rPr lang="en" sz="1800" b="1" err="1">
                <a:solidFill>
                  <a:srgbClr val="0070C0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барих</a:t>
            </a:r>
            <a:endParaRPr lang="en-US" sz="1050" b="1" err="1">
              <a:solidFill>
                <a:srgbClr val="0070C0"/>
              </a:solidFill>
            </a:endParaRPr>
          </a:p>
        </p:txBody>
      </p:sp>
      <p:pic>
        <p:nvPicPr>
          <p:cNvPr id="4" name="Graphic 3" descr="Internet outline">
            <a:extLst>
              <a:ext uri="{FF2B5EF4-FFF2-40B4-BE49-F238E27FC236}">
                <a16:creationId xmlns:a16="http://schemas.microsoft.com/office/drawing/2014/main" id="{06A52E45-A030-B315-5802-44C325401C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3314" y="3951462"/>
            <a:ext cx="243809" cy="353713"/>
          </a:xfrm>
          <a:prstGeom prst="rect">
            <a:avLst/>
          </a:prstGeom>
        </p:spPr>
      </p:pic>
      <p:pic>
        <p:nvPicPr>
          <p:cNvPr id="5" name="Graphic 4" descr="Speaker phone outline">
            <a:extLst>
              <a:ext uri="{FF2B5EF4-FFF2-40B4-BE49-F238E27FC236}">
                <a16:creationId xmlns:a16="http://schemas.microsoft.com/office/drawing/2014/main" id="{4FD3ED4D-0118-58F9-F100-50FBB8B7A5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3312" y="3480360"/>
            <a:ext cx="243810" cy="353713"/>
          </a:xfrm>
          <a:prstGeom prst="rect">
            <a:avLst/>
          </a:prstGeom>
        </p:spPr>
      </p:pic>
      <p:pic>
        <p:nvPicPr>
          <p:cNvPr id="6" name="Graphic 5" descr="Email outline">
            <a:extLst>
              <a:ext uri="{FF2B5EF4-FFF2-40B4-BE49-F238E27FC236}">
                <a16:creationId xmlns:a16="http://schemas.microsoft.com/office/drawing/2014/main" id="{95D6EDD7-8143-E0A6-2C0E-9143BDD717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313" y="3063320"/>
            <a:ext cx="243809" cy="261037"/>
          </a:xfrm>
          <a:prstGeom prst="rect">
            <a:avLst/>
          </a:prstGeom>
        </p:spPr>
      </p:pic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E52D98BE-8155-5DF1-187E-CA6F1FD14D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102" y="175759"/>
            <a:ext cx="1327961" cy="592178"/>
          </a:xfrm>
          <a:prstGeom prst="rect">
            <a:avLst/>
          </a:prstGeom>
          <a:ln>
            <a:noFill/>
          </a:ln>
        </p:spPr>
      </p:pic>
      <p:sp>
        <p:nvSpPr>
          <p:cNvPr id="2" name="Google Shape;456;p15">
            <a:extLst>
              <a:ext uri="{FF2B5EF4-FFF2-40B4-BE49-F238E27FC236}">
                <a16:creationId xmlns:a16="http://schemas.microsoft.com/office/drawing/2014/main" id="{81092D7B-4536-5AB4-8EC9-792921F4C2F6}"/>
              </a:ext>
            </a:extLst>
          </p:cNvPr>
          <p:cNvSpPr txBox="1"/>
          <p:nvPr/>
        </p:nvSpPr>
        <p:spPr>
          <a:xfrm>
            <a:off x="5865306" y="2154691"/>
            <a:ext cx="3113943" cy="346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algn="ctr"/>
            <a:r>
              <a:rPr lang="en" sz="1800" b="1" err="1">
                <a:solidFill>
                  <a:srgbClr val="0070C0"/>
                </a:solidFill>
                <a:latin typeface="Red Hat Display"/>
                <a:ea typeface="Red Hat Display"/>
                <a:cs typeface="Red Hat Display"/>
              </a:rPr>
              <a:t>Сургалтын</a:t>
            </a:r>
            <a:r>
              <a:rPr lang="en" sz="1800" b="1">
                <a:solidFill>
                  <a:srgbClr val="0070C0"/>
                </a:solidFill>
                <a:latin typeface="Red Hat Display"/>
                <a:ea typeface="Red Hat Display"/>
                <a:cs typeface="Red Hat Display"/>
              </a:rPr>
              <a:t> </a:t>
            </a:r>
            <a:r>
              <a:rPr lang="en" sz="1800" b="1" err="1">
                <a:solidFill>
                  <a:srgbClr val="0070C0"/>
                </a:solidFill>
                <a:latin typeface="Red Hat Display"/>
                <a:ea typeface="Red Hat Display"/>
                <a:cs typeface="Red Hat Display"/>
              </a:rPr>
              <a:t>бүртгэл</a:t>
            </a:r>
          </a:p>
        </p:txBody>
      </p:sp>
      <p:pic>
        <p:nvPicPr>
          <p:cNvPr id="3" name="Picture 2" descr="A qr code with black squares&#10;&#10;Description automatically generated">
            <a:extLst>
              <a:ext uri="{FF2B5EF4-FFF2-40B4-BE49-F238E27FC236}">
                <a16:creationId xmlns:a16="http://schemas.microsoft.com/office/drawing/2014/main" id="{C108396E-1E00-CF55-5F57-03AD67C100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077" y="2575413"/>
            <a:ext cx="2417519" cy="2425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9341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Red Hat widescreen templat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EE0000"/>
      </a:accent1>
      <a:accent2>
        <a:srgbClr val="CC0000"/>
      </a:accent2>
      <a:accent3>
        <a:srgbClr val="A30000"/>
      </a:accent3>
      <a:accent4>
        <a:srgbClr val="820000"/>
      </a:accent4>
      <a:accent5>
        <a:srgbClr val="BFBFBF"/>
      </a:accent5>
      <a:accent6>
        <a:srgbClr val="808080"/>
      </a:accent6>
      <a:hlink>
        <a:srgbClr val="EE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667</TotalTime>
  <Words>1175</Words>
  <Application>Microsoft Office PowerPoint</Application>
  <PresentationFormat>On-screen Show (16:9)</PresentationFormat>
  <Paragraphs>416</Paragraphs>
  <Slides>19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37" baseType="lpstr">
      <vt:lpstr>Barlow Condensed</vt:lpstr>
      <vt:lpstr>Arial</vt:lpstr>
      <vt:lpstr>Overpass SemiBold</vt:lpstr>
      <vt:lpstr>Red Hat Display</vt:lpstr>
      <vt:lpstr>Overpass</vt:lpstr>
      <vt:lpstr>Barlow Condensed Bold</vt:lpstr>
      <vt:lpstr>Proxima Nova</vt:lpstr>
      <vt:lpstr>Calibri</vt:lpstr>
      <vt:lpstr>Montserrat Bold</vt:lpstr>
      <vt:lpstr>IBM Plex Sans SemiBold</vt:lpstr>
      <vt:lpstr>Red Hat Text Medium</vt:lpstr>
      <vt:lpstr>IBM Plex Sans</vt:lpstr>
      <vt:lpstr>Red Hat Text</vt:lpstr>
      <vt:lpstr>Times New Roman</vt:lpstr>
      <vt:lpstr>Overpass Light</vt:lpstr>
      <vt:lpstr>Red Hat Display Medium</vt:lpstr>
      <vt:lpstr>Simple Light</vt:lpstr>
      <vt:lpstr>Red Hat widescreen template</vt:lpstr>
      <vt:lpstr>PowerPoint Presentation</vt:lpstr>
      <vt:lpstr>PowerPoint Presentation</vt:lpstr>
      <vt:lpstr>Human resource development strategy - Training need assessment</vt:lpstr>
      <vt:lpstr>PowerPoint Presentation</vt:lpstr>
      <vt:lpstr>PowerPoint Presentation</vt:lpstr>
      <vt:lpstr>Red Hat Academy Milestones</vt:lpstr>
      <vt:lpstr>Баг хамт олон</vt:lpstr>
      <vt:lpstr>PowerPoint Presentation</vt:lpstr>
      <vt:lpstr>PowerPoint Presentation</vt:lpstr>
      <vt:lpstr>PowerPoint Presentation</vt:lpstr>
      <vt:lpstr>Байгууллага захиалгат сургалт</vt:lpstr>
      <vt:lpstr>PowerPoint Presentation</vt:lpstr>
      <vt:lpstr>Олон улсын доорх сертификатуудад бэлтгэх хөтөлбөр</vt:lpstr>
      <vt:lpstr>PowerPoint Presentation</vt:lpstr>
      <vt:lpstr>PowerPoint Presentation</vt:lpstr>
      <vt:lpstr>Олон улсын доорх сертификатуудад бэлтгэх хөтөлбөр</vt:lpstr>
      <vt:lpstr>Олон улсын стандарт хөтөлбөрийн давуу тал</vt:lpstr>
      <vt:lpstr>Хамтын ажиллагаа</vt:lpstr>
      <vt:lpstr>Хамтын ажиллагаанд талархал илэрхийлье.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Nomin Uuganbayar</dc:creator>
  <cp:lastModifiedBy>Nomin Uuganbayar</cp:lastModifiedBy>
  <cp:revision>34</cp:revision>
  <dcterms:modified xsi:type="dcterms:W3CDTF">2026-04-23T06:47:17Z</dcterms:modified>
</cp:coreProperties>
</file>